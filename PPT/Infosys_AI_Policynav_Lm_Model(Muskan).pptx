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6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9" r:id="rId10"/>
    <p:sldId id="270" r:id="rId11"/>
    <p:sldId id="271" r:id="rId12"/>
    <p:sldId id="272" r:id="rId13"/>
    <p:sldId id="273" r:id="rId14"/>
    <p:sldId id="274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</p:sldIdLst>
  <p:sldSz cx="9144000" cy="5143500" type="screen16x9"/>
  <p:notesSz cx="6858000" cy="9144000"/>
  <p:embeddedFontLst>
    <p:embeddedFont>
      <p:font typeface="Albert Sans" panose="020B0604020202020204" charset="0"/>
      <p:regular r:id="rId27"/>
      <p:bold r:id="rId28"/>
      <p:italic r:id="rId29"/>
      <p:boldItalic r:id="rId30"/>
    </p:embeddedFont>
    <p:embeddedFont>
      <p:font typeface="Bebas Neue" panose="020B0606020202050201" pitchFamily="34" charset="0"/>
      <p:regular r:id="rId31"/>
    </p:embeddedFont>
    <p:embeddedFont>
      <p:font typeface="Varela Round" panose="00000500000000000000" pitchFamily="2" charset="-79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57D3F2-9576-4C73-AF3C-61A5C92FAFCD}">
  <a:tblStyle styleId="{4257D3F2-9576-4C73-AF3C-61A5C92FAF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04AFA46-F496-48AC-A07D-3BE2050111D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2df7c8325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2df7c8325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2df7c8325a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2df7c8325a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3a81a1191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3a81a1191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3a81a1191a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3a81a1191a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3a81a1191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3a81a1191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3a81a1191a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3a81a1191a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3a81a1191a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3a81a1191a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3a81a1191a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3a81a1191a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3a81a1191a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23a81a1191a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3a81a1191a_0_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3a81a1191a_0_6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3a81a1191a_0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3a81a1191a_0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23a81a1191a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23a81a1191a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3a81a1191a_0_8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23a81a1191a_0_8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3a81a1191a_0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3a81a1191a_0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09050" y="1274763"/>
            <a:ext cx="3468900" cy="20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09050" y="3314087"/>
            <a:ext cx="3468900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6200038" scaled="0"/>
        </a:gra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909050" y="2267588"/>
            <a:ext cx="48126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909050" y="1162713"/>
            <a:ext cx="4812600" cy="11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/>
          <p:nvPr/>
        </p:nvSpPr>
        <p:spPr>
          <a:xfrm>
            <a:off x="428100" y="399900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7987913" y="1006425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8232563" y="1006425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759938" y="3782749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913013" y="3863750"/>
            <a:ext cx="554700" cy="554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1397638" y="398030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7836413" y="725050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1574700" y="1533475"/>
            <a:ext cx="5994600" cy="492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1574700" y="1873363"/>
            <a:ext cx="5994600" cy="71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1574700" y="2847175"/>
            <a:ext cx="5994600" cy="492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1574700" y="3187075"/>
            <a:ext cx="5994600" cy="71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/>
          <p:nvPr/>
        </p:nvSpPr>
        <p:spPr>
          <a:xfrm>
            <a:off x="930225" y="4191875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8"/>
          <p:cNvSpPr/>
          <p:nvPr/>
        </p:nvSpPr>
        <p:spPr>
          <a:xfrm>
            <a:off x="759938" y="671399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913013" y="752400"/>
            <a:ext cx="554700" cy="554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1397638" y="86895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/>
          <p:nvPr/>
        </p:nvSpPr>
        <p:spPr>
          <a:xfrm>
            <a:off x="715100" y="3937124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8"/>
          <p:cNvSpPr/>
          <p:nvPr/>
        </p:nvSpPr>
        <p:spPr>
          <a:xfrm rot="10800000">
            <a:off x="8069063" y="4112525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8"/>
          <p:cNvSpPr/>
          <p:nvPr/>
        </p:nvSpPr>
        <p:spPr>
          <a:xfrm rot="10800000">
            <a:off x="7676288" y="3791824"/>
            <a:ext cx="554700" cy="554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8"/>
          <p:cNvSpPr/>
          <p:nvPr/>
        </p:nvSpPr>
        <p:spPr>
          <a:xfrm rot="10800000">
            <a:off x="7594863" y="4078474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7914825" y="668125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8277400" y="1038424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/>
          <p:nvPr/>
        </p:nvSpPr>
        <p:spPr>
          <a:xfrm>
            <a:off x="930225" y="4191875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/>
          <p:nvPr/>
        </p:nvSpPr>
        <p:spPr>
          <a:xfrm>
            <a:off x="715100" y="3937124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0"/>
          <p:cNvSpPr/>
          <p:nvPr/>
        </p:nvSpPr>
        <p:spPr>
          <a:xfrm>
            <a:off x="7914825" y="668125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0"/>
          <p:cNvSpPr/>
          <p:nvPr/>
        </p:nvSpPr>
        <p:spPr>
          <a:xfrm>
            <a:off x="8277400" y="1038424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6198662" scaled="0"/>
        </a:gra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715100" y="1164438"/>
            <a:ext cx="7713900" cy="11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715100" y="2265263"/>
            <a:ext cx="77139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9" name="Google Shape;69;p11"/>
          <p:cNvSpPr/>
          <p:nvPr/>
        </p:nvSpPr>
        <p:spPr>
          <a:xfrm>
            <a:off x="7987913" y="1006425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8232563" y="100642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759938" y="3782749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913013" y="3863750"/>
            <a:ext cx="554700" cy="554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1397638" y="3980300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7836413" y="725050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6198662" scaled="0"/>
        </a:gra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1"/>
          </p:nvPr>
        </p:nvSpPr>
        <p:spPr>
          <a:xfrm>
            <a:off x="715100" y="1887425"/>
            <a:ext cx="24861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2"/>
          </p:nvPr>
        </p:nvSpPr>
        <p:spPr>
          <a:xfrm>
            <a:off x="715100" y="2228825"/>
            <a:ext cx="2486100" cy="145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3"/>
          </p:nvPr>
        </p:nvSpPr>
        <p:spPr>
          <a:xfrm>
            <a:off x="3328800" y="1887425"/>
            <a:ext cx="24861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4"/>
          </p:nvPr>
        </p:nvSpPr>
        <p:spPr>
          <a:xfrm>
            <a:off x="3328800" y="2228825"/>
            <a:ext cx="2486100" cy="145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5"/>
          </p:nvPr>
        </p:nvSpPr>
        <p:spPr>
          <a:xfrm>
            <a:off x="5942800" y="1887425"/>
            <a:ext cx="24861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6"/>
          </p:nvPr>
        </p:nvSpPr>
        <p:spPr>
          <a:xfrm>
            <a:off x="5942800" y="2228825"/>
            <a:ext cx="2486100" cy="145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ubTitle" idx="1"/>
          </p:nvPr>
        </p:nvSpPr>
        <p:spPr>
          <a:xfrm>
            <a:off x="961444" y="1533475"/>
            <a:ext cx="33642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subTitle" idx="2"/>
          </p:nvPr>
        </p:nvSpPr>
        <p:spPr>
          <a:xfrm>
            <a:off x="961444" y="1874875"/>
            <a:ext cx="3364200" cy="71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ubTitle" idx="3"/>
          </p:nvPr>
        </p:nvSpPr>
        <p:spPr>
          <a:xfrm>
            <a:off x="961444" y="2817175"/>
            <a:ext cx="33642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ubTitle" idx="4"/>
          </p:nvPr>
        </p:nvSpPr>
        <p:spPr>
          <a:xfrm>
            <a:off x="961444" y="3158575"/>
            <a:ext cx="3364200" cy="89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subTitle" idx="5"/>
          </p:nvPr>
        </p:nvSpPr>
        <p:spPr>
          <a:xfrm>
            <a:off x="4818356" y="1533475"/>
            <a:ext cx="33642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subTitle" idx="6"/>
          </p:nvPr>
        </p:nvSpPr>
        <p:spPr>
          <a:xfrm>
            <a:off x="4818356" y="1874875"/>
            <a:ext cx="3364200" cy="71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subTitle" idx="7"/>
          </p:nvPr>
        </p:nvSpPr>
        <p:spPr>
          <a:xfrm>
            <a:off x="4818356" y="2817175"/>
            <a:ext cx="33642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ubTitle" idx="8"/>
          </p:nvPr>
        </p:nvSpPr>
        <p:spPr>
          <a:xfrm>
            <a:off x="4818356" y="3158575"/>
            <a:ext cx="3364200" cy="89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6198662" scaled="0"/>
        </a:gra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ubTitle" idx="1"/>
          </p:nvPr>
        </p:nvSpPr>
        <p:spPr>
          <a:xfrm>
            <a:off x="715100" y="1533475"/>
            <a:ext cx="24861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subTitle" idx="2"/>
          </p:nvPr>
        </p:nvSpPr>
        <p:spPr>
          <a:xfrm>
            <a:off x="715100" y="1874875"/>
            <a:ext cx="2486100" cy="89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subTitle" idx="3"/>
          </p:nvPr>
        </p:nvSpPr>
        <p:spPr>
          <a:xfrm>
            <a:off x="715100" y="2817175"/>
            <a:ext cx="24861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4"/>
          </p:nvPr>
        </p:nvSpPr>
        <p:spPr>
          <a:xfrm>
            <a:off x="715100" y="3158575"/>
            <a:ext cx="2486100" cy="89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subTitle" idx="5"/>
          </p:nvPr>
        </p:nvSpPr>
        <p:spPr>
          <a:xfrm>
            <a:off x="3328950" y="1533475"/>
            <a:ext cx="24861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subTitle" idx="6"/>
          </p:nvPr>
        </p:nvSpPr>
        <p:spPr>
          <a:xfrm>
            <a:off x="3328950" y="1874875"/>
            <a:ext cx="2486100" cy="89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7"/>
          </p:nvPr>
        </p:nvSpPr>
        <p:spPr>
          <a:xfrm>
            <a:off x="3328950" y="2817175"/>
            <a:ext cx="24861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subTitle" idx="8"/>
          </p:nvPr>
        </p:nvSpPr>
        <p:spPr>
          <a:xfrm>
            <a:off x="3328950" y="3158575"/>
            <a:ext cx="2486100" cy="89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ubTitle" idx="9"/>
          </p:nvPr>
        </p:nvSpPr>
        <p:spPr>
          <a:xfrm>
            <a:off x="5942800" y="1533475"/>
            <a:ext cx="24861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subTitle" idx="13"/>
          </p:nvPr>
        </p:nvSpPr>
        <p:spPr>
          <a:xfrm>
            <a:off x="5942800" y="1874875"/>
            <a:ext cx="2486100" cy="89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ubTitle" idx="14"/>
          </p:nvPr>
        </p:nvSpPr>
        <p:spPr>
          <a:xfrm>
            <a:off x="5942800" y="2817175"/>
            <a:ext cx="2486100" cy="49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subTitle" idx="15"/>
          </p:nvPr>
        </p:nvSpPr>
        <p:spPr>
          <a:xfrm>
            <a:off x="5942800" y="3158575"/>
            <a:ext cx="2486100" cy="89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5400700" scaled="0"/>
        </a:gra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title" hasCustomPrompt="1"/>
          </p:nvPr>
        </p:nvSpPr>
        <p:spPr>
          <a:xfrm>
            <a:off x="715100" y="831650"/>
            <a:ext cx="4066200" cy="78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1"/>
          </p:nvPr>
        </p:nvSpPr>
        <p:spPr>
          <a:xfrm>
            <a:off x="715100" y="1466150"/>
            <a:ext cx="4066200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20850"/>
            <a:ext cx="4066200" cy="78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3"/>
          </p:nvPr>
        </p:nvSpPr>
        <p:spPr>
          <a:xfrm>
            <a:off x="715100" y="2655350"/>
            <a:ext cx="4066200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210050"/>
            <a:ext cx="4066200" cy="78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3" name="Google Shape;133;p17"/>
          <p:cNvSpPr txBox="1">
            <a:spLocks noGrp="1"/>
          </p:cNvSpPr>
          <p:nvPr>
            <p:ph type="subTitle" idx="5"/>
          </p:nvPr>
        </p:nvSpPr>
        <p:spPr>
          <a:xfrm>
            <a:off x="715100" y="3844550"/>
            <a:ext cx="4066200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6198662" scaled="0"/>
        </a:gra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0800025" scaled="0"/>
        </a:gra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0801400" scaled="0"/>
        </a:gra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975650" y="3777037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886925" y="3053825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1"/>
          <p:cNvSpPr/>
          <p:nvPr/>
        </p:nvSpPr>
        <p:spPr>
          <a:xfrm>
            <a:off x="1073825" y="3221063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0" name="Google Shape;150;p21"/>
          <p:cNvGrpSpPr/>
          <p:nvPr/>
        </p:nvGrpSpPr>
        <p:grpSpPr>
          <a:xfrm>
            <a:off x="1225335" y="3471179"/>
            <a:ext cx="835711" cy="835711"/>
            <a:chOff x="1221094" y="2847175"/>
            <a:chExt cx="554700" cy="554700"/>
          </a:xfrm>
        </p:grpSpPr>
        <p:sp>
          <p:nvSpPr>
            <p:cNvPr id="151" name="Google Shape;151;p21"/>
            <p:cNvSpPr/>
            <p:nvPr/>
          </p:nvSpPr>
          <p:spPr>
            <a:xfrm>
              <a:off x="1221094" y="2847175"/>
              <a:ext cx="554700" cy="5547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1"/>
            <p:cNvSpPr/>
            <p:nvPr/>
          </p:nvSpPr>
          <p:spPr>
            <a:xfrm>
              <a:off x="1288144" y="2914222"/>
              <a:ext cx="420600" cy="4206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" name="Google Shape;153;p21"/>
            <p:cNvGrpSpPr/>
            <p:nvPr/>
          </p:nvGrpSpPr>
          <p:grpSpPr>
            <a:xfrm>
              <a:off x="1389861" y="2980064"/>
              <a:ext cx="217166" cy="258028"/>
              <a:chOff x="-48233050" y="3569725"/>
              <a:chExt cx="252050" cy="299475"/>
            </a:xfrm>
          </p:grpSpPr>
          <p:sp>
            <p:nvSpPr>
              <p:cNvPr id="154" name="Google Shape;154;p21"/>
              <p:cNvSpPr/>
              <p:nvPr/>
            </p:nvSpPr>
            <p:spPr>
              <a:xfrm>
                <a:off x="-48233050" y="3569725"/>
                <a:ext cx="252050" cy="299475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1979" extrusionOk="0">
                    <a:moveTo>
                      <a:pt x="5230" y="1393"/>
                    </a:moveTo>
                    <a:cubicBezTo>
                      <a:pt x="5419" y="1393"/>
                      <a:pt x="5577" y="1551"/>
                      <a:pt x="5577" y="1740"/>
                    </a:cubicBezTo>
                    <a:lnTo>
                      <a:pt x="5577" y="1960"/>
                    </a:lnTo>
                    <a:cubicBezTo>
                      <a:pt x="5703" y="2023"/>
                      <a:pt x="5829" y="2086"/>
                      <a:pt x="5923" y="2181"/>
                    </a:cubicBezTo>
                    <a:lnTo>
                      <a:pt x="6144" y="2055"/>
                    </a:lnTo>
                    <a:cubicBezTo>
                      <a:pt x="6194" y="2025"/>
                      <a:pt x="6251" y="2011"/>
                      <a:pt x="6308" y="2011"/>
                    </a:cubicBezTo>
                    <a:cubicBezTo>
                      <a:pt x="6430" y="2011"/>
                      <a:pt x="6552" y="2074"/>
                      <a:pt x="6616" y="2181"/>
                    </a:cubicBezTo>
                    <a:lnTo>
                      <a:pt x="7309" y="3410"/>
                    </a:lnTo>
                    <a:cubicBezTo>
                      <a:pt x="7467" y="3725"/>
                      <a:pt x="7246" y="3819"/>
                      <a:pt x="6963" y="3977"/>
                    </a:cubicBezTo>
                    <a:lnTo>
                      <a:pt x="6963" y="4386"/>
                    </a:lnTo>
                    <a:cubicBezTo>
                      <a:pt x="7246" y="4544"/>
                      <a:pt x="7467" y="4670"/>
                      <a:pt x="7309" y="4985"/>
                    </a:cubicBezTo>
                    <a:lnTo>
                      <a:pt x="6616" y="6182"/>
                    </a:lnTo>
                    <a:cubicBezTo>
                      <a:pt x="6531" y="6289"/>
                      <a:pt x="6417" y="6366"/>
                      <a:pt x="6303" y="6366"/>
                    </a:cubicBezTo>
                    <a:cubicBezTo>
                      <a:pt x="6249" y="6366"/>
                      <a:pt x="6195" y="6349"/>
                      <a:pt x="6144" y="6308"/>
                    </a:cubicBezTo>
                    <a:lnTo>
                      <a:pt x="5923" y="6182"/>
                    </a:lnTo>
                    <a:cubicBezTo>
                      <a:pt x="5829" y="6277"/>
                      <a:pt x="5703" y="6340"/>
                      <a:pt x="5577" y="6403"/>
                    </a:cubicBezTo>
                    <a:lnTo>
                      <a:pt x="5577" y="6623"/>
                    </a:lnTo>
                    <a:cubicBezTo>
                      <a:pt x="5577" y="6812"/>
                      <a:pt x="5419" y="6970"/>
                      <a:pt x="5230" y="6970"/>
                    </a:cubicBezTo>
                    <a:lnTo>
                      <a:pt x="3812" y="6970"/>
                    </a:lnTo>
                    <a:cubicBezTo>
                      <a:pt x="3623" y="6970"/>
                      <a:pt x="3466" y="6812"/>
                      <a:pt x="3466" y="6623"/>
                    </a:cubicBezTo>
                    <a:lnTo>
                      <a:pt x="3466" y="6403"/>
                    </a:lnTo>
                    <a:cubicBezTo>
                      <a:pt x="3340" y="6340"/>
                      <a:pt x="3214" y="6277"/>
                      <a:pt x="3119" y="6182"/>
                    </a:cubicBezTo>
                    <a:lnTo>
                      <a:pt x="2899" y="6308"/>
                    </a:lnTo>
                    <a:cubicBezTo>
                      <a:pt x="2848" y="6338"/>
                      <a:pt x="2791" y="6352"/>
                      <a:pt x="2734" y="6352"/>
                    </a:cubicBezTo>
                    <a:cubicBezTo>
                      <a:pt x="2613" y="6352"/>
                      <a:pt x="2490" y="6289"/>
                      <a:pt x="2426" y="6182"/>
                    </a:cubicBezTo>
                    <a:lnTo>
                      <a:pt x="1733" y="4985"/>
                    </a:lnTo>
                    <a:cubicBezTo>
                      <a:pt x="1638" y="4827"/>
                      <a:pt x="1670" y="4575"/>
                      <a:pt x="1859" y="4512"/>
                    </a:cubicBezTo>
                    <a:lnTo>
                      <a:pt x="2048" y="4386"/>
                    </a:lnTo>
                    <a:lnTo>
                      <a:pt x="2048" y="3977"/>
                    </a:lnTo>
                    <a:lnTo>
                      <a:pt x="1859" y="3882"/>
                    </a:lnTo>
                    <a:cubicBezTo>
                      <a:pt x="1702" y="3788"/>
                      <a:pt x="1607" y="3536"/>
                      <a:pt x="1733" y="3410"/>
                    </a:cubicBezTo>
                    <a:lnTo>
                      <a:pt x="2426" y="2181"/>
                    </a:lnTo>
                    <a:cubicBezTo>
                      <a:pt x="2490" y="2074"/>
                      <a:pt x="2612" y="1997"/>
                      <a:pt x="2733" y="1997"/>
                    </a:cubicBezTo>
                    <a:cubicBezTo>
                      <a:pt x="2790" y="1997"/>
                      <a:pt x="2848" y="2014"/>
                      <a:pt x="2899" y="2055"/>
                    </a:cubicBezTo>
                    <a:lnTo>
                      <a:pt x="3119" y="2181"/>
                    </a:lnTo>
                    <a:cubicBezTo>
                      <a:pt x="3214" y="2086"/>
                      <a:pt x="3340" y="2023"/>
                      <a:pt x="3466" y="1960"/>
                    </a:cubicBezTo>
                    <a:lnTo>
                      <a:pt x="3466" y="1740"/>
                    </a:lnTo>
                    <a:cubicBezTo>
                      <a:pt x="3466" y="1551"/>
                      <a:pt x="3623" y="1393"/>
                      <a:pt x="3812" y="1393"/>
                    </a:cubicBezTo>
                    <a:close/>
                    <a:moveTo>
                      <a:pt x="4547" y="0"/>
                    </a:moveTo>
                    <a:cubicBezTo>
                      <a:pt x="3499" y="0"/>
                      <a:pt x="2484" y="337"/>
                      <a:pt x="1670" y="984"/>
                    </a:cubicBezTo>
                    <a:cubicBezTo>
                      <a:pt x="630" y="1866"/>
                      <a:pt x="0" y="3158"/>
                      <a:pt x="0" y="4544"/>
                    </a:cubicBezTo>
                    <a:cubicBezTo>
                      <a:pt x="0" y="5804"/>
                      <a:pt x="504" y="6970"/>
                      <a:pt x="1418" y="7852"/>
                    </a:cubicBezTo>
                    <a:lnTo>
                      <a:pt x="1418" y="11632"/>
                    </a:lnTo>
                    <a:cubicBezTo>
                      <a:pt x="1418" y="11821"/>
                      <a:pt x="1575" y="11979"/>
                      <a:pt x="1765" y="11979"/>
                    </a:cubicBezTo>
                    <a:lnTo>
                      <a:pt x="5986" y="11979"/>
                    </a:lnTo>
                    <a:cubicBezTo>
                      <a:pt x="6175" y="11979"/>
                      <a:pt x="6333" y="11821"/>
                      <a:pt x="6333" y="11632"/>
                    </a:cubicBezTo>
                    <a:lnTo>
                      <a:pt x="6333" y="10530"/>
                    </a:lnTo>
                    <a:lnTo>
                      <a:pt x="8097" y="10530"/>
                    </a:lnTo>
                    <a:cubicBezTo>
                      <a:pt x="8286" y="10530"/>
                      <a:pt x="8444" y="10372"/>
                      <a:pt x="8444" y="10183"/>
                    </a:cubicBezTo>
                    <a:lnTo>
                      <a:pt x="8444" y="8387"/>
                    </a:lnTo>
                    <a:lnTo>
                      <a:pt x="9042" y="8387"/>
                    </a:lnTo>
                    <a:cubicBezTo>
                      <a:pt x="9389" y="8387"/>
                      <a:pt x="9767" y="8198"/>
                      <a:pt x="9956" y="7883"/>
                    </a:cubicBezTo>
                    <a:cubicBezTo>
                      <a:pt x="10082" y="7568"/>
                      <a:pt x="10082" y="7190"/>
                      <a:pt x="9924" y="6875"/>
                    </a:cubicBezTo>
                    <a:lnTo>
                      <a:pt x="9042" y="5237"/>
                    </a:lnTo>
                    <a:cubicBezTo>
                      <a:pt x="9137" y="4701"/>
                      <a:pt x="9137" y="4134"/>
                      <a:pt x="9011" y="3599"/>
                    </a:cubicBezTo>
                    <a:cubicBezTo>
                      <a:pt x="8664" y="1866"/>
                      <a:pt x="7246" y="480"/>
                      <a:pt x="5545" y="102"/>
                    </a:cubicBezTo>
                    <a:cubicBezTo>
                      <a:pt x="5213" y="34"/>
                      <a:pt x="4878" y="0"/>
                      <a:pt x="45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1"/>
              <p:cNvSpPr/>
              <p:nvPr/>
            </p:nvSpPr>
            <p:spPr>
              <a:xfrm>
                <a:off x="-48170050" y="3622650"/>
                <a:ext cx="100050" cy="103225"/>
              </a:xfrm>
              <a:custGeom>
                <a:avLst/>
                <a:gdLst/>
                <a:ahLst/>
                <a:cxnLst/>
                <a:rect l="l" t="t" r="r" b="b"/>
                <a:pathLst>
                  <a:path w="4002" h="4129" extrusionOk="0">
                    <a:moveTo>
                      <a:pt x="1985" y="1009"/>
                    </a:moveTo>
                    <a:cubicBezTo>
                      <a:pt x="2584" y="1009"/>
                      <a:pt x="3057" y="1482"/>
                      <a:pt x="3057" y="2080"/>
                    </a:cubicBezTo>
                    <a:cubicBezTo>
                      <a:pt x="3057" y="2647"/>
                      <a:pt x="2584" y="3120"/>
                      <a:pt x="1985" y="3120"/>
                    </a:cubicBezTo>
                    <a:cubicBezTo>
                      <a:pt x="1418" y="3120"/>
                      <a:pt x="946" y="2647"/>
                      <a:pt x="946" y="2080"/>
                    </a:cubicBezTo>
                    <a:cubicBezTo>
                      <a:pt x="946" y="1482"/>
                      <a:pt x="1418" y="1009"/>
                      <a:pt x="1985" y="1009"/>
                    </a:cubicBezTo>
                    <a:close/>
                    <a:moveTo>
                      <a:pt x="1639" y="1"/>
                    </a:moveTo>
                    <a:lnTo>
                      <a:pt x="1639" y="127"/>
                    </a:lnTo>
                    <a:cubicBezTo>
                      <a:pt x="1639" y="284"/>
                      <a:pt x="1576" y="410"/>
                      <a:pt x="1418" y="442"/>
                    </a:cubicBezTo>
                    <a:cubicBezTo>
                      <a:pt x="1198" y="537"/>
                      <a:pt x="1009" y="631"/>
                      <a:pt x="851" y="757"/>
                    </a:cubicBezTo>
                    <a:cubicBezTo>
                      <a:pt x="770" y="818"/>
                      <a:pt x="689" y="853"/>
                      <a:pt x="607" y="853"/>
                    </a:cubicBezTo>
                    <a:cubicBezTo>
                      <a:pt x="562" y="853"/>
                      <a:pt x="518" y="842"/>
                      <a:pt x="473" y="820"/>
                    </a:cubicBezTo>
                    <a:lnTo>
                      <a:pt x="347" y="726"/>
                    </a:lnTo>
                    <a:lnTo>
                      <a:pt x="1" y="1324"/>
                    </a:lnTo>
                    <a:lnTo>
                      <a:pt x="127" y="1387"/>
                    </a:lnTo>
                    <a:cubicBezTo>
                      <a:pt x="221" y="1482"/>
                      <a:pt x="316" y="1639"/>
                      <a:pt x="253" y="1765"/>
                    </a:cubicBezTo>
                    <a:cubicBezTo>
                      <a:pt x="221" y="1986"/>
                      <a:pt x="221" y="2143"/>
                      <a:pt x="253" y="2395"/>
                    </a:cubicBezTo>
                    <a:cubicBezTo>
                      <a:pt x="316" y="2553"/>
                      <a:pt x="221" y="2647"/>
                      <a:pt x="127" y="2742"/>
                    </a:cubicBezTo>
                    <a:lnTo>
                      <a:pt x="1" y="2805"/>
                    </a:lnTo>
                    <a:lnTo>
                      <a:pt x="347" y="3403"/>
                    </a:lnTo>
                    <a:lnTo>
                      <a:pt x="473" y="3340"/>
                    </a:lnTo>
                    <a:cubicBezTo>
                      <a:pt x="532" y="3297"/>
                      <a:pt x="590" y="3273"/>
                      <a:pt x="649" y="3273"/>
                    </a:cubicBezTo>
                    <a:cubicBezTo>
                      <a:pt x="716" y="3273"/>
                      <a:pt x="784" y="3304"/>
                      <a:pt x="851" y="3372"/>
                    </a:cubicBezTo>
                    <a:cubicBezTo>
                      <a:pt x="1009" y="3529"/>
                      <a:pt x="1198" y="3592"/>
                      <a:pt x="1418" y="3687"/>
                    </a:cubicBezTo>
                    <a:cubicBezTo>
                      <a:pt x="1576" y="3718"/>
                      <a:pt x="1639" y="3876"/>
                      <a:pt x="1639" y="4002"/>
                    </a:cubicBezTo>
                    <a:lnTo>
                      <a:pt x="1639" y="4128"/>
                    </a:lnTo>
                    <a:lnTo>
                      <a:pt x="2364" y="4128"/>
                    </a:lnTo>
                    <a:lnTo>
                      <a:pt x="2364" y="4002"/>
                    </a:lnTo>
                    <a:cubicBezTo>
                      <a:pt x="2364" y="3845"/>
                      <a:pt x="2427" y="3718"/>
                      <a:pt x="2584" y="3687"/>
                    </a:cubicBezTo>
                    <a:cubicBezTo>
                      <a:pt x="2805" y="3592"/>
                      <a:pt x="2994" y="3498"/>
                      <a:pt x="3151" y="3372"/>
                    </a:cubicBezTo>
                    <a:cubicBezTo>
                      <a:pt x="3224" y="3317"/>
                      <a:pt x="3298" y="3283"/>
                      <a:pt x="3371" y="3283"/>
                    </a:cubicBezTo>
                    <a:cubicBezTo>
                      <a:pt x="3424" y="3283"/>
                      <a:pt x="3476" y="3301"/>
                      <a:pt x="3529" y="3340"/>
                    </a:cubicBezTo>
                    <a:lnTo>
                      <a:pt x="3655" y="3403"/>
                    </a:lnTo>
                    <a:lnTo>
                      <a:pt x="4002" y="2805"/>
                    </a:lnTo>
                    <a:lnTo>
                      <a:pt x="3876" y="2742"/>
                    </a:lnTo>
                    <a:cubicBezTo>
                      <a:pt x="3781" y="2647"/>
                      <a:pt x="3687" y="2490"/>
                      <a:pt x="3750" y="2395"/>
                    </a:cubicBezTo>
                    <a:cubicBezTo>
                      <a:pt x="3781" y="2143"/>
                      <a:pt x="3781" y="1986"/>
                      <a:pt x="3750" y="1765"/>
                    </a:cubicBezTo>
                    <a:cubicBezTo>
                      <a:pt x="3687" y="1608"/>
                      <a:pt x="3781" y="1482"/>
                      <a:pt x="3876" y="1387"/>
                    </a:cubicBezTo>
                    <a:lnTo>
                      <a:pt x="4002" y="1324"/>
                    </a:lnTo>
                    <a:lnTo>
                      <a:pt x="3655" y="726"/>
                    </a:lnTo>
                    <a:lnTo>
                      <a:pt x="3529" y="820"/>
                    </a:lnTo>
                    <a:cubicBezTo>
                      <a:pt x="3477" y="846"/>
                      <a:pt x="3425" y="861"/>
                      <a:pt x="3373" y="861"/>
                    </a:cubicBezTo>
                    <a:cubicBezTo>
                      <a:pt x="3299" y="861"/>
                      <a:pt x="3225" y="831"/>
                      <a:pt x="3151" y="757"/>
                    </a:cubicBezTo>
                    <a:cubicBezTo>
                      <a:pt x="2994" y="600"/>
                      <a:pt x="2805" y="537"/>
                      <a:pt x="2584" y="442"/>
                    </a:cubicBezTo>
                    <a:cubicBezTo>
                      <a:pt x="2427" y="410"/>
                      <a:pt x="2364" y="253"/>
                      <a:pt x="2364" y="127"/>
                    </a:cubicBezTo>
                    <a:lnTo>
                      <a:pt x="2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1"/>
              <p:cNvSpPr/>
              <p:nvPr/>
            </p:nvSpPr>
            <p:spPr>
              <a:xfrm>
                <a:off x="-48129100" y="3665200"/>
                <a:ext cx="181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68" y="725"/>
                      <a:pt x="726" y="567"/>
                      <a:pt x="726" y="378"/>
                    </a:cubicBezTo>
                    <a:cubicBezTo>
                      <a:pt x="726" y="158"/>
                      <a:pt x="568" y="0"/>
                      <a:pt x="3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gradFill>
          <a:gsLst>
            <a:gs pos="0">
              <a:schemeClr val="accent6"/>
            </a:gs>
            <a:gs pos="100000">
              <a:schemeClr val="accent1"/>
            </a:gs>
          </a:gsLst>
          <a:lin ang="18900044" scaled="0"/>
        </a:gra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>
            <a:off x="428100" y="399925"/>
            <a:ext cx="8287800" cy="4343700"/>
          </a:xfrm>
          <a:prstGeom prst="roundRect">
            <a:avLst>
              <a:gd name="adj" fmla="val 6806"/>
            </a:avLst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7330037" y="744250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0" name="Google Shape;160;p22"/>
          <p:cNvGrpSpPr/>
          <p:nvPr/>
        </p:nvGrpSpPr>
        <p:grpSpPr>
          <a:xfrm>
            <a:off x="7558728" y="868951"/>
            <a:ext cx="835737" cy="835737"/>
            <a:chOff x="7774163" y="804325"/>
            <a:chExt cx="587100" cy="587100"/>
          </a:xfrm>
        </p:grpSpPr>
        <p:sp>
          <p:nvSpPr>
            <p:cNvPr id="161" name="Google Shape;161;p22"/>
            <p:cNvSpPr/>
            <p:nvPr/>
          </p:nvSpPr>
          <p:spPr>
            <a:xfrm>
              <a:off x="7774163" y="8043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2"/>
            <p:cNvSpPr/>
            <p:nvPr/>
          </p:nvSpPr>
          <p:spPr>
            <a:xfrm>
              <a:off x="7845113" y="8752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3" name="Google Shape;163;p22"/>
            <p:cNvGrpSpPr/>
            <p:nvPr/>
          </p:nvGrpSpPr>
          <p:grpSpPr>
            <a:xfrm>
              <a:off x="7941423" y="971571"/>
              <a:ext cx="252594" cy="252615"/>
              <a:chOff x="-44924250" y="3206000"/>
              <a:chExt cx="300100" cy="300125"/>
            </a:xfrm>
          </p:grpSpPr>
          <p:sp>
            <p:nvSpPr>
              <p:cNvPr id="164" name="Google Shape;164;p22"/>
              <p:cNvSpPr/>
              <p:nvPr/>
            </p:nvSpPr>
            <p:spPr>
              <a:xfrm>
                <a:off x="-44747025" y="3365100"/>
                <a:ext cx="122875" cy="87450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4915" y="3498"/>
                    </a:lnTo>
                    <a:lnTo>
                      <a:pt x="49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2"/>
              <p:cNvSpPr/>
              <p:nvPr/>
            </p:nvSpPr>
            <p:spPr>
              <a:xfrm>
                <a:off x="-44747025" y="3470650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0" y="0"/>
                    </a:moveTo>
                    <a:lnTo>
                      <a:pt x="0" y="347"/>
                    </a:lnTo>
                    <a:cubicBezTo>
                      <a:pt x="0" y="946"/>
                      <a:pt x="473" y="1418"/>
                      <a:pt x="1071" y="1418"/>
                    </a:cubicBezTo>
                    <a:lnTo>
                      <a:pt x="3875" y="1418"/>
                    </a:lnTo>
                    <a:cubicBezTo>
                      <a:pt x="4442" y="1418"/>
                      <a:pt x="4915" y="946"/>
                      <a:pt x="4915" y="347"/>
                    </a:cubicBezTo>
                    <a:lnTo>
                      <a:pt x="491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2"/>
              <p:cNvSpPr/>
              <p:nvPr/>
            </p:nvSpPr>
            <p:spPr>
              <a:xfrm>
                <a:off x="-44747025" y="3313125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1071" y="1"/>
                    </a:moveTo>
                    <a:cubicBezTo>
                      <a:pt x="473" y="1"/>
                      <a:pt x="0" y="473"/>
                      <a:pt x="0" y="1072"/>
                    </a:cubicBezTo>
                    <a:lnTo>
                      <a:pt x="0" y="1418"/>
                    </a:lnTo>
                    <a:lnTo>
                      <a:pt x="4915" y="1418"/>
                    </a:lnTo>
                    <a:lnTo>
                      <a:pt x="4915" y="1072"/>
                    </a:lnTo>
                    <a:cubicBezTo>
                      <a:pt x="4915" y="473"/>
                      <a:pt x="4442" y="1"/>
                      <a:pt x="3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2"/>
              <p:cNvSpPr/>
              <p:nvPr/>
            </p:nvSpPr>
            <p:spPr>
              <a:xfrm>
                <a:off x="-44924250" y="3384000"/>
                <a:ext cx="159125" cy="69350"/>
              </a:xfrm>
              <a:custGeom>
                <a:avLst/>
                <a:gdLst/>
                <a:ahLst/>
                <a:cxnLst/>
                <a:rect l="l" t="t" r="r" b="b"/>
                <a:pathLst>
                  <a:path w="6365" h="2774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32" y="316"/>
                    </a:lnTo>
                    <a:cubicBezTo>
                      <a:pt x="32" y="915"/>
                      <a:pt x="505" y="1387"/>
                      <a:pt x="1103" y="1387"/>
                    </a:cubicBezTo>
                    <a:lnTo>
                      <a:pt x="4254" y="1387"/>
                    </a:lnTo>
                    <a:lnTo>
                      <a:pt x="4254" y="2080"/>
                    </a:lnTo>
                    <a:lnTo>
                      <a:pt x="3183" y="2080"/>
                    </a:lnTo>
                    <a:cubicBezTo>
                      <a:pt x="2994" y="2080"/>
                      <a:pt x="2836" y="2238"/>
                      <a:pt x="2836" y="2427"/>
                    </a:cubicBezTo>
                    <a:cubicBezTo>
                      <a:pt x="2836" y="2647"/>
                      <a:pt x="2994" y="2773"/>
                      <a:pt x="3183" y="2773"/>
                    </a:cubicBezTo>
                    <a:lnTo>
                      <a:pt x="6365" y="2773"/>
                    </a:lnTo>
                    <a:lnTo>
                      <a:pt x="63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2"/>
              <p:cNvSpPr/>
              <p:nvPr/>
            </p:nvSpPr>
            <p:spPr>
              <a:xfrm>
                <a:off x="-44924250" y="3206000"/>
                <a:ext cx="2646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10587" h="6365" extrusionOk="0">
                    <a:moveTo>
                      <a:pt x="1072" y="1"/>
                    </a:moveTo>
                    <a:cubicBezTo>
                      <a:pt x="473" y="1"/>
                      <a:pt x="1" y="473"/>
                      <a:pt x="1" y="1041"/>
                    </a:cubicBezTo>
                    <a:lnTo>
                      <a:pt x="1" y="6365"/>
                    </a:lnTo>
                    <a:lnTo>
                      <a:pt x="6365" y="6365"/>
                    </a:lnTo>
                    <a:lnTo>
                      <a:pt x="6365" y="5357"/>
                    </a:lnTo>
                    <a:cubicBezTo>
                      <a:pt x="6365" y="4349"/>
                      <a:pt x="7152" y="3561"/>
                      <a:pt x="8160" y="3561"/>
                    </a:cubicBezTo>
                    <a:lnTo>
                      <a:pt x="10586" y="3561"/>
                    </a:lnTo>
                    <a:lnTo>
                      <a:pt x="10586" y="1041"/>
                    </a:lnTo>
                    <a:cubicBezTo>
                      <a:pt x="10586" y="473"/>
                      <a:pt x="10114" y="1"/>
                      <a:pt x="95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9" name="Google Shape;169;p22"/>
          <p:cNvSpPr/>
          <p:nvPr/>
        </p:nvSpPr>
        <p:spPr>
          <a:xfrm>
            <a:off x="1367688" y="3955763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1554588" y="412300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22"/>
          <p:cNvGrpSpPr/>
          <p:nvPr/>
        </p:nvGrpSpPr>
        <p:grpSpPr>
          <a:xfrm>
            <a:off x="745764" y="3292399"/>
            <a:ext cx="554809" cy="554809"/>
            <a:chOff x="5724800" y="2169125"/>
            <a:chExt cx="587100" cy="587100"/>
          </a:xfrm>
        </p:grpSpPr>
        <p:sp>
          <p:nvSpPr>
            <p:cNvPr id="172" name="Google Shape;172;p22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2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2"/>
            <p:cNvSpPr/>
            <p:nvPr/>
          </p:nvSpPr>
          <p:spPr>
            <a:xfrm>
              <a:off x="5889083" y="2332610"/>
              <a:ext cx="258497" cy="260131"/>
            </a:xfrm>
            <a:custGeom>
              <a:avLst/>
              <a:gdLst/>
              <a:ahLst/>
              <a:cxnLst/>
              <a:rect l="l" t="t" r="r" b="b"/>
              <a:pathLst>
                <a:path w="42238" h="42505" extrusionOk="0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" name="Google Shape;175;p22"/>
          <p:cNvSpPr/>
          <p:nvPr/>
        </p:nvSpPr>
        <p:spPr>
          <a:xfrm>
            <a:off x="7134938" y="1563138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869538" y="4168588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99200"/>
            <a:ext cx="7713900" cy="3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7" r:id="rId17"/>
    <p:sldLayoutId id="2147483668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6"/>
          <p:cNvGrpSpPr/>
          <p:nvPr/>
        </p:nvGrpSpPr>
        <p:grpSpPr>
          <a:xfrm>
            <a:off x="4894586" y="966023"/>
            <a:ext cx="3211436" cy="3211451"/>
            <a:chOff x="1190500" y="238125"/>
            <a:chExt cx="5237175" cy="5237200"/>
          </a:xfrm>
        </p:grpSpPr>
        <p:sp>
          <p:nvSpPr>
            <p:cNvPr id="188" name="Google Shape;188;p26"/>
            <p:cNvSpPr/>
            <p:nvPr/>
          </p:nvSpPr>
          <p:spPr>
            <a:xfrm>
              <a:off x="1190500" y="238125"/>
              <a:ext cx="5237175" cy="5237200"/>
            </a:xfrm>
            <a:custGeom>
              <a:avLst/>
              <a:gdLst/>
              <a:ahLst/>
              <a:cxnLst/>
              <a:rect l="l" t="t" r="r" b="b"/>
              <a:pathLst>
                <a:path w="209487" h="209488" extrusionOk="0">
                  <a:moveTo>
                    <a:pt x="104743" y="0"/>
                  </a:moveTo>
                  <a:cubicBezTo>
                    <a:pt x="76964" y="0"/>
                    <a:pt x="50321" y="11035"/>
                    <a:pt x="30679" y="30679"/>
                  </a:cubicBezTo>
                  <a:cubicBezTo>
                    <a:pt x="11034" y="50321"/>
                    <a:pt x="0" y="76964"/>
                    <a:pt x="0" y="104744"/>
                  </a:cubicBezTo>
                  <a:cubicBezTo>
                    <a:pt x="0" y="132523"/>
                    <a:pt x="11034" y="159163"/>
                    <a:pt x="30679" y="178808"/>
                  </a:cubicBezTo>
                  <a:cubicBezTo>
                    <a:pt x="50321" y="198449"/>
                    <a:pt x="76964" y="209487"/>
                    <a:pt x="104743" y="209487"/>
                  </a:cubicBezTo>
                  <a:cubicBezTo>
                    <a:pt x="132523" y="209487"/>
                    <a:pt x="159162" y="198449"/>
                    <a:pt x="178807" y="178808"/>
                  </a:cubicBezTo>
                  <a:cubicBezTo>
                    <a:pt x="198449" y="159163"/>
                    <a:pt x="209486" y="132523"/>
                    <a:pt x="209486" y="104744"/>
                  </a:cubicBezTo>
                  <a:cubicBezTo>
                    <a:pt x="209486" y="76964"/>
                    <a:pt x="198449" y="50321"/>
                    <a:pt x="178807" y="30679"/>
                  </a:cubicBezTo>
                  <a:cubicBezTo>
                    <a:pt x="159162" y="11035"/>
                    <a:pt x="132523" y="0"/>
                    <a:pt x="104743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1732050" y="779675"/>
              <a:ext cx="4154050" cy="4154075"/>
            </a:xfrm>
            <a:custGeom>
              <a:avLst/>
              <a:gdLst/>
              <a:ahLst/>
              <a:cxnLst/>
              <a:rect l="l" t="t" r="r" b="b"/>
              <a:pathLst>
                <a:path w="166162" h="166163" extrusionOk="0">
                  <a:moveTo>
                    <a:pt x="83081" y="1"/>
                  </a:moveTo>
                  <a:cubicBezTo>
                    <a:pt x="61045" y="1"/>
                    <a:pt x="39914" y="8753"/>
                    <a:pt x="24335" y="24335"/>
                  </a:cubicBezTo>
                  <a:cubicBezTo>
                    <a:pt x="8753" y="39915"/>
                    <a:pt x="1" y="61046"/>
                    <a:pt x="1" y="83082"/>
                  </a:cubicBezTo>
                  <a:cubicBezTo>
                    <a:pt x="1" y="105114"/>
                    <a:pt x="8753" y="126249"/>
                    <a:pt x="24335" y="141828"/>
                  </a:cubicBezTo>
                  <a:cubicBezTo>
                    <a:pt x="39914" y="157407"/>
                    <a:pt x="61045" y="166162"/>
                    <a:pt x="83081" y="166162"/>
                  </a:cubicBezTo>
                  <a:cubicBezTo>
                    <a:pt x="105114" y="166162"/>
                    <a:pt x="126248" y="157407"/>
                    <a:pt x="141827" y="141828"/>
                  </a:cubicBezTo>
                  <a:cubicBezTo>
                    <a:pt x="157406" y="126249"/>
                    <a:pt x="166162" y="105114"/>
                    <a:pt x="166162" y="83082"/>
                  </a:cubicBezTo>
                  <a:cubicBezTo>
                    <a:pt x="166162" y="61046"/>
                    <a:pt x="157406" y="39915"/>
                    <a:pt x="141827" y="24335"/>
                  </a:cubicBezTo>
                  <a:cubicBezTo>
                    <a:pt x="126248" y="8753"/>
                    <a:pt x="105114" y="1"/>
                    <a:pt x="83081" y="1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2297475" y="1345125"/>
              <a:ext cx="3023200" cy="3023200"/>
            </a:xfrm>
            <a:custGeom>
              <a:avLst/>
              <a:gdLst/>
              <a:ahLst/>
              <a:cxnLst/>
              <a:rect l="l" t="t" r="r" b="b"/>
              <a:pathLst>
                <a:path w="120928" h="120928" extrusionOk="0">
                  <a:moveTo>
                    <a:pt x="60464" y="0"/>
                  </a:moveTo>
                  <a:cubicBezTo>
                    <a:pt x="44429" y="0"/>
                    <a:pt x="29048" y="6371"/>
                    <a:pt x="17710" y="17709"/>
                  </a:cubicBezTo>
                  <a:cubicBezTo>
                    <a:pt x="6372" y="29048"/>
                    <a:pt x="1" y="44429"/>
                    <a:pt x="1" y="60464"/>
                  </a:cubicBezTo>
                  <a:cubicBezTo>
                    <a:pt x="1" y="76499"/>
                    <a:pt x="6372" y="91879"/>
                    <a:pt x="17710" y="103218"/>
                  </a:cubicBezTo>
                  <a:cubicBezTo>
                    <a:pt x="29048" y="114556"/>
                    <a:pt x="44429" y="120927"/>
                    <a:pt x="60464" y="120927"/>
                  </a:cubicBezTo>
                  <a:cubicBezTo>
                    <a:pt x="76499" y="120927"/>
                    <a:pt x="91880" y="114556"/>
                    <a:pt x="103218" y="103218"/>
                  </a:cubicBezTo>
                  <a:cubicBezTo>
                    <a:pt x="114556" y="91879"/>
                    <a:pt x="120927" y="76499"/>
                    <a:pt x="120927" y="60464"/>
                  </a:cubicBezTo>
                  <a:cubicBezTo>
                    <a:pt x="120927" y="44429"/>
                    <a:pt x="114556" y="29048"/>
                    <a:pt x="103218" y="17709"/>
                  </a:cubicBezTo>
                  <a:cubicBezTo>
                    <a:pt x="91880" y="6371"/>
                    <a:pt x="76499" y="0"/>
                    <a:pt x="60464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" name="Google Shape;191;p26"/>
          <p:cNvSpPr/>
          <p:nvPr/>
        </p:nvSpPr>
        <p:spPr>
          <a:xfrm>
            <a:off x="5138850" y="1617975"/>
            <a:ext cx="554700" cy="554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1"/>
          </p:nvPr>
        </p:nvSpPr>
        <p:spPr>
          <a:xfrm>
            <a:off x="4457900" y="3906144"/>
            <a:ext cx="3468900" cy="735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>
                    <a:lumMod val="25000"/>
                  </a:schemeClr>
                </a:solidFill>
              </a:rPr>
              <a:t>Done By-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	Muskan Maurya</a:t>
            </a:r>
            <a:endParaRPr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194" name="Google Shape;194;p26"/>
          <p:cNvGrpSpPr/>
          <p:nvPr/>
        </p:nvGrpSpPr>
        <p:grpSpPr>
          <a:xfrm>
            <a:off x="5344810" y="1858671"/>
            <a:ext cx="2311092" cy="1426206"/>
            <a:chOff x="-3367025" y="741238"/>
            <a:chExt cx="2445600" cy="1509213"/>
          </a:xfrm>
        </p:grpSpPr>
        <p:sp>
          <p:nvSpPr>
            <p:cNvPr id="195" name="Google Shape;195;p26"/>
            <p:cNvSpPr/>
            <p:nvPr/>
          </p:nvSpPr>
          <p:spPr>
            <a:xfrm>
              <a:off x="-3367025" y="2092050"/>
              <a:ext cx="2445600" cy="158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-3275975" y="741238"/>
              <a:ext cx="2263500" cy="1350300"/>
            </a:xfrm>
            <a:prstGeom prst="roundRect">
              <a:avLst>
                <a:gd name="adj" fmla="val 246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-3275925" y="2036775"/>
              <a:ext cx="2263378" cy="55521"/>
            </a:xfrm>
            <a:custGeom>
              <a:avLst/>
              <a:gdLst/>
              <a:ahLst/>
              <a:cxnLst/>
              <a:rect l="l" t="t" r="r" b="b"/>
              <a:pathLst>
                <a:path w="170403" h="3582" extrusionOk="0">
                  <a:moveTo>
                    <a:pt x="0" y="0"/>
                  </a:moveTo>
                  <a:lnTo>
                    <a:pt x="0" y="3582"/>
                  </a:lnTo>
                  <a:lnTo>
                    <a:pt x="170403" y="3582"/>
                  </a:lnTo>
                  <a:lnTo>
                    <a:pt x="1704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-3197975" y="848338"/>
              <a:ext cx="2107500" cy="11361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-3197975" y="847650"/>
              <a:ext cx="2107500" cy="158400"/>
            </a:xfrm>
            <a:prstGeom prst="roundRect">
              <a:avLst>
                <a:gd name="adj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26"/>
          <p:cNvGrpSpPr/>
          <p:nvPr/>
        </p:nvGrpSpPr>
        <p:grpSpPr>
          <a:xfrm>
            <a:off x="5749524" y="1516552"/>
            <a:ext cx="1500980" cy="1426055"/>
            <a:chOff x="6520459" y="-2363338"/>
            <a:chExt cx="1969532" cy="1871217"/>
          </a:xfrm>
        </p:grpSpPr>
        <p:sp>
          <p:nvSpPr>
            <p:cNvPr id="201" name="Google Shape;201;p26"/>
            <p:cNvSpPr/>
            <p:nvPr/>
          </p:nvSpPr>
          <p:spPr>
            <a:xfrm>
              <a:off x="6520459" y="-2363338"/>
              <a:ext cx="1969532" cy="1871217"/>
            </a:xfrm>
            <a:custGeom>
              <a:avLst/>
              <a:gdLst/>
              <a:ahLst/>
              <a:cxnLst/>
              <a:rect l="l" t="t" r="r" b="b"/>
              <a:pathLst>
                <a:path w="148364" h="140958" extrusionOk="0">
                  <a:moveTo>
                    <a:pt x="57509" y="0"/>
                  </a:moveTo>
                  <a:cubicBezTo>
                    <a:pt x="57349" y="0"/>
                    <a:pt x="57188" y="2"/>
                    <a:pt x="57026" y="6"/>
                  </a:cubicBezTo>
                  <a:cubicBezTo>
                    <a:pt x="46803" y="232"/>
                    <a:pt x="39270" y="6842"/>
                    <a:pt x="37039" y="14016"/>
                  </a:cubicBezTo>
                  <a:cubicBezTo>
                    <a:pt x="37039" y="14016"/>
                    <a:pt x="16155" y="19276"/>
                    <a:pt x="21576" y="41595"/>
                  </a:cubicBezTo>
                  <a:cubicBezTo>
                    <a:pt x="21576" y="41595"/>
                    <a:pt x="1" y="50122"/>
                    <a:pt x="9461" y="78898"/>
                  </a:cubicBezTo>
                  <a:cubicBezTo>
                    <a:pt x="9461" y="78898"/>
                    <a:pt x="1543" y="92735"/>
                    <a:pt x="5475" y="105202"/>
                  </a:cubicBezTo>
                  <a:cubicBezTo>
                    <a:pt x="9719" y="118650"/>
                    <a:pt x="19186" y="123854"/>
                    <a:pt x="19186" y="123854"/>
                  </a:cubicBezTo>
                  <a:cubicBezTo>
                    <a:pt x="19186" y="123854"/>
                    <a:pt x="19977" y="137126"/>
                    <a:pt x="34648" y="140274"/>
                  </a:cubicBezTo>
                  <a:cubicBezTo>
                    <a:pt x="36816" y="140739"/>
                    <a:pt x="38958" y="140958"/>
                    <a:pt x="41033" y="140958"/>
                  </a:cubicBezTo>
                  <a:cubicBezTo>
                    <a:pt x="51491" y="140958"/>
                    <a:pt x="60280" y="135394"/>
                    <a:pt x="62408" y="127680"/>
                  </a:cubicBezTo>
                  <a:cubicBezTo>
                    <a:pt x="62408" y="127680"/>
                    <a:pt x="62408" y="127680"/>
                    <a:pt x="62409" y="127680"/>
                  </a:cubicBezTo>
                  <a:cubicBezTo>
                    <a:pt x="62495" y="127680"/>
                    <a:pt x="70237" y="127666"/>
                    <a:pt x="74182" y="122737"/>
                  </a:cubicBezTo>
                  <a:cubicBezTo>
                    <a:pt x="78130" y="127666"/>
                    <a:pt x="85872" y="127680"/>
                    <a:pt x="85958" y="127680"/>
                  </a:cubicBezTo>
                  <a:cubicBezTo>
                    <a:pt x="85959" y="127680"/>
                    <a:pt x="85959" y="127680"/>
                    <a:pt x="85959" y="127680"/>
                  </a:cubicBezTo>
                  <a:cubicBezTo>
                    <a:pt x="88087" y="135394"/>
                    <a:pt x="96876" y="140958"/>
                    <a:pt x="107334" y="140958"/>
                  </a:cubicBezTo>
                  <a:cubicBezTo>
                    <a:pt x="109410" y="140958"/>
                    <a:pt x="111551" y="140739"/>
                    <a:pt x="113719" y="140274"/>
                  </a:cubicBezTo>
                  <a:cubicBezTo>
                    <a:pt x="128390" y="137126"/>
                    <a:pt x="129182" y="123854"/>
                    <a:pt x="129182" y="123854"/>
                  </a:cubicBezTo>
                  <a:cubicBezTo>
                    <a:pt x="129182" y="123854"/>
                    <a:pt x="138648" y="118650"/>
                    <a:pt x="142892" y="105202"/>
                  </a:cubicBezTo>
                  <a:cubicBezTo>
                    <a:pt x="146825" y="92735"/>
                    <a:pt x="138907" y="78898"/>
                    <a:pt x="138907" y="78898"/>
                  </a:cubicBezTo>
                  <a:cubicBezTo>
                    <a:pt x="148364" y="50122"/>
                    <a:pt x="126791" y="41595"/>
                    <a:pt x="126791" y="41595"/>
                  </a:cubicBezTo>
                  <a:cubicBezTo>
                    <a:pt x="132212" y="19276"/>
                    <a:pt x="111326" y="14016"/>
                    <a:pt x="111326" y="14016"/>
                  </a:cubicBezTo>
                  <a:cubicBezTo>
                    <a:pt x="109095" y="6842"/>
                    <a:pt x="101564" y="232"/>
                    <a:pt x="91341" y="6"/>
                  </a:cubicBezTo>
                  <a:cubicBezTo>
                    <a:pt x="91179" y="2"/>
                    <a:pt x="91018" y="0"/>
                    <a:pt x="90858" y="0"/>
                  </a:cubicBezTo>
                  <a:cubicBezTo>
                    <a:pt x="79725" y="0"/>
                    <a:pt x="74182" y="8595"/>
                    <a:pt x="74182" y="8595"/>
                  </a:cubicBezTo>
                  <a:cubicBezTo>
                    <a:pt x="74182" y="8595"/>
                    <a:pt x="68642" y="0"/>
                    <a:pt x="5750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7505225" y="-2363338"/>
              <a:ext cx="984766" cy="1871217"/>
            </a:xfrm>
            <a:custGeom>
              <a:avLst/>
              <a:gdLst/>
              <a:ahLst/>
              <a:cxnLst/>
              <a:rect l="l" t="t" r="r" b="b"/>
              <a:pathLst>
                <a:path w="74182" h="140958" extrusionOk="0">
                  <a:moveTo>
                    <a:pt x="16676" y="0"/>
                  </a:moveTo>
                  <a:cubicBezTo>
                    <a:pt x="5543" y="0"/>
                    <a:pt x="0" y="8595"/>
                    <a:pt x="0" y="8595"/>
                  </a:cubicBezTo>
                  <a:lnTo>
                    <a:pt x="0" y="122739"/>
                  </a:lnTo>
                  <a:cubicBezTo>
                    <a:pt x="3948" y="127666"/>
                    <a:pt x="11690" y="127680"/>
                    <a:pt x="11776" y="127680"/>
                  </a:cubicBezTo>
                  <a:cubicBezTo>
                    <a:pt x="11777" y="127680"/>
                    <a:pt x="11777" y="127680"/>
                    <a:pt x="11777" y="127680"/>
                  </a:cubicBezTo>
                  <a:cubicBezTo>
                    <a:pt x="13905" y="135394"/>
                    <a:pt x="22694" y="140958"/>
                    <a:pt x="33150" y="140958"/>
                  </a:cubicBezTo>
                  <a:cubicBezTo>
                    <a:pt x="35226" y="140958"/>
                    <a:pt x="37367" y="140739"/>
                    <a:pt x="39535" y="140274"/>
                  </a:cubicBezTo>
                  <a:cubicBezTo>
                    <a:pt x="54208" y="137126"/>
                    <a:pt x="55000" y="123854"/>
                    <a:pt x="55000" y="123854"/>
                  </a:cubicBezTo>
                  <a:cubicBezTo>
                    <a:pt x="55000" y="123854"/>
                    <a:pt x="64466" y="118650"/>
                    <a:pt x="68710" y="105202"/>
                  </a:cubicBezTo>
                  <a:cubicBezTo>
                    <a:pt x="72643" y="92735"/>
                    <a:pt x="64725" y="78898"/>
                    <a:pt x="64725" y="78898"/>
                  </a:cubicBezTo>
                  <a:cubicBezTo>
                    <a:pt x="74182" y="50122"/>
                    <a:pt x="52609" y="41595"/>
                    <a:pt x="52609" y="41595"/>
                  </a:cubicBezTo>
                  <a:cubicBezTo>
                    <a:pt x="58030" y="19276"/>
                    <a:pt x="37144" y="14016"/>
                    <a:pt x="37144" y="14016"/>
                  </a:cubicBezTo>
                  <a:cubicBezTo>
                    <a:pt x="34913" y="6842"/>
                    <a:pt x="27382" y="232"/>
                    <a:pt x="17159" y="6"/>
                  </a:cubicBezTo>
                  <a:cubicBezTo>
                    <a:pt x="16997" y="2"/>
                    <a:pt x="16836" y="0"/>
                    <a:pt x="1667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" name="Google Shape;203;p26"/>
          <p:cNvGrpSpPr/>
          <p:nvPr/>
        </p:nvGrpSpPr>
        <p:grpSpPr>
          <a:xfrm>
            <a:off x="6164522" y="1248648"/>
            <a:ext cx="671666" cy="1052456"/>
            <a:chOff x="4572004" y="-1734319"/>
            <a:chExt cx="753157" cy="1180147"/>
          </a:xfrm>
        </p:grpSpPr>
        <p:sp>
          <p:nvSpPr>
            <p:cNvPr id="204" name="Google Shape;204;p26"/>
            <p:cNvSpPr/>
            <p:nvPr/>
          </p:nvSpPr>
          <p:spPr>
            <a:xfrm>
              <a:off x="4797599" y="-744920"/>
              <a:ext cx="301993" cy="190748"/>
            </a:xfrm>
            <a:custGeom>
              <a:avLst/>
              <a:gdLst/>
              <a:ahLst/>
              <a:cxnLst/>
              <a:rect l="l" t="t" r="r" b="b"/>
              <a:pathLst>
                <a:path w="22749" h="14369" extrusionOk="0">
                  <a:moveTo>
                    <a:pt x="1" y="0"/>
                  </a:moveTo>
                  <a:lnTo>
                    <a:pt x="1" y="2993"/>
                  </a:lnTo>
                  <a:cubicBezTo>
                    <a:pt x="1" y="9275"/>
                    <a:pt x="5092" y="14369"/>
                    <a:pt x="11373" y="14369"/>
                  </a:cubicBezTo>
                  <a:cubicBezTo>
                    <a:pt x="17655" y="14369"/>
                    <a:pt x="22749" y="9275"/>
                    <a:pt x="22749" y="2993"/>
                  </a:cubicBezTo>
                  <a:lnTo>
                    <a:pt x="2274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4572004" y="-1734319"/>
              <a:ext cx="753157" cy="938835"/>
            </a:xfrm>
            <a:custGeom>
              <a:avLst/>
              <a:gdLst/>
              <a:ahLst/>
              <a:cxnLst/>
              <a:rect l="l" t="t" r="r" b="b"/>
              <a:pathLst>
                <a:path w="56735" h="70722" extrusionOk="0">
                  <a:moveTo>
                    <a:pt x="28368" y="1"/>
                  </a:moveTo>
                  <a:cubicBezTo>
                    <a:pt x="28153" y="1"/>
                    <a:pt x="27937" y="3"/>
                    <a:pt x="27721" y="8"/>
                  </a:cubicBezTo>
                  <a:cubicBezTo>
                    <a:pt x="12224" y="354"/>
                    <a:pt x="0" y="12867"/>
                    <a:pt x="0" y="28368"/>
                  </a:cubicBezTo>
                  <a:cubicBezTo>
                    <a:pt x="0" y="36702"/>
                    <a:pt x="3596" y="44193"/>
                    <a:pt x="9319" y="49381"/>
                  </a:cubicBezTo>
                  <a:cubicBezTo>
                    <a:pt x="13238" y="52933"/>
                    <a:pt x="15525" y="57934"/>
                    <a:pt x="15525" y="63221"/>
                  </a:cubicBezTo>
                  <a:lnTo>
                    <a:pt x="15525" y="70721"/>
                  </a:lnTo>
                  <a:lnTo>
                    <a:pt x="41210" y="70721"/>
                  </a:lnTo>
                  <a:lnTo>
                    <a:pt x="41210" y="63221"/>
                  </a:lnTo>
                  <a:cubicBezTo>
                    <a:pt x="41210" y="57934"/>
                    <a:pt x="43500" y="52930"/>
                    <a:pt x="47418" y="49379"/>
                  </a:cubicBezTo>
                  <a:cubicBezTo>
                    <a:pt x="53139" y="44191"/>
                    <a:pt x="56735" y="36702"/>
                    <a:pt x="56735" y="28368"/>
                  </a:cubicBezTo>
                  <a:cubicBezTo>
                    <a:pt x="56735" y="12701"/>
                    <a:pt x="44035" y="1"/>
                    <a:pt x="2836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4830229" y="-1239613"/>
              <a:ext cx="236733" cy="392568"/>
            </a:xfrm>
            <a:custGeom>
              <a:avLst/>
              <a:gdLst/>
              <a:ahLst/>
              <a:cxnLst/>
              <a:rect l="l" t="t" r="r" b="b"/>
              <a:pathLst>
                <a:path w="17833" h="29572" extrusionOk="0">
                  <a:moveTo>
                    <a:pt x="705" y="1"/>
                  </a:moveTo>
                  <a:cubicBezTo>
                    <a:pt x="604" y="1"/>
                    <a:pt x="501" y="23"/>
                    <a:pt x="407" y="70"/>
                  </a:cubicBezTo>
                  <a:cubicBezTo>
                    <a:pt x="146" y="202"/>
                    <a:pt x="0" y="486"/>
                    <a:pt x="47" y="774"/>
                  </a:cubicBezTo>
                  <a:lnTo>
                    <a:pt x="4549" y="29008"/>
                  </a:lnTo>
                  <a:cubicBezTo>
                    <a:pt x="4601" y="29335"/>
                    <a:pt x="4879" y="29571"/>
                    <a:pt x="5201" y="29571"/>
                  </a:cubicBezTo>
                  <a:cubicBezTo>
                    <a:pt x="5238" y="29571"/>
                    <a:pt x="5275" y="29568"/>
                    <a:pt x="5313" y="29562"/>
                  </a:cubicBezTo>
                  <a:cubicBezTo>
                    <a:pt x="5678" y="29504"/>
                    <a:pt x="5927" y="29163"/>
                    <a:pt x="5867" y="28798"/>
                  </a:cubicBezTo>
                  <a:lnTo>
                    <a:pt x="1678" y="2533"/>
                  </a:lnTo>
                  <a:lnTo>
                    <a:pt x="1678" y="2533"/>
                  </a:lnTo>
                  <a:cubicBezTo>
                    <a:pt x="1997" y="2725"/>
                    <a:pt x="2367" y="2819"/>
                    <a:pt x="2739" y="2819"/>
                  </a:cubicBezTo>
                  <a:cubicBezTo>
                    <a:pt x="3299" y="2819"/>
                    <a:pt x="3862" y="2606"/>
                    <a:pt x="4263" y="2191"/>
                  </a:cubicBezTo>
                  <a:cubicBezTo>
                    <a:pt x="4407" y="2043"/>
                    <a:pt x="4608" y="1968"/>
                    <a:pt x="4809" y="1968"/>
                  </a:cubicBezTo>
                  <a:cubicBezTo>
                    <a:pt x="5009" y="1968"/>
                    <a:pt x="5210" y="2043"/>
                    <a:pt x="5355" y="2191"/>
                  </a:cubicBezTo>
                  <a:cubicBezTo>
                    <a:pt x="5754" y="2604"/>
                    <a:pt x="6289" y="2831"/>
                    <a:pt x="6861" y="2831"/>
                  </a:cubicBezTo>
                  <a:cubicBezTo>
                    <a:pt x="7434" y="2831"/>
                    <a:pt x="7969" y="2604"/>
                    <a:pt x="8368" y="2191"/>
                  </a:cubicBezTo>
                  <a:cubicBezTo>
                    <a:pt x="8513" y="2043"/>
                    <a:pt x="8713" y="1968"/>
                    <a:pt x="8914" y="1968"/>
                  </a:cubicBezTo>
                  <a:cubicBezTo>
                    <a:pt x="9115" y="1968"/>
                    <a:pt x="9316" y="2043"/>
                    <a:pt x="9460" y="2191"/>
                  </a:cubicBezTo>
                  <a:cubicBezTo>
                    <a:pt x="9465" y="2196"/>
                    <a:pt x="9469" y="2201"/>
                    <a:pt x="9474" y="2208"/>
                  </a:cubicBezTo>
                  <a:cubicBezTo>
                    <a:pt x="9871" y="2610"/>
                    <a:pt x="10418" y="2811"/>
                    <a:pt x="10965" y="2811"/>
                  </a:cubicBezTo>
                  <a:cubicBezTo>
                    <a:pt x="11520" y="2811"/>
                    <a:pt x="12075" y="2605"/>
                    <a:pt x="12474" y="2191"/>
                  </a:cubicBezTo>
                  <a:cubicBezTo>
                    <a:pt x="12619" y="2042"/>
                    <a:pt x="12819" y="1967"/>
                    <a:pt x="13020" y="1967"/>
                  </a:cubicBezTo>
                  <a:cubicBezTo>
                    <a:pt x="13221" y="1967"/>
                    <a:pt x="13422" y="2042"/>
                    <a:pt x="13568" y="2194"/>
                  </a:cubicBezTo>
                  <a:cubicBezTo>
                    <a:pt x="13969" y="2608"/>
                    <a:pt x="14533" y="2821"/>
                    <a:pt x="15092" y="2821"/>
                  </a:cubicBezTo>
                  <a:cubicBezTo>
                    <a:pt x="15465" y="2821"/>
                    <a:pt x="15835" y="2726"/>
                    <a:pt x="16155" y="2533"/>
                  </a:cubicBezTo>
                  <a:lnTo>
                    <a:pt x="16155" y="2533"/>
                  </a:lnTo>
                  <a:lnTo>
                    <a:pt x="11966" y="28798"/>
                  </a:lnTo>
                  <a:cubicBezTo>
                    <a:pt x="11906" y="29163"/>
                    <a:pt x="12156" y="29504"/>
                    <a:pt x="12520" y="29562"/>
                  </a:cubicBezTo>
                  <a:cubicBezTo>
                    <a:pt x="12555" y="29569"/>
                    <a:pt x="12589" y="29571"/>
                    <a:pt x="12626" y="29571"/>
                  </a:cubicBezTo>
                  <a:cubicBezTo>
                    <a:pt x="12947" y="29571"/>
                    <a:pt x="13231" y="29338"/>
                    <a:pt x="13284" y="29008"/>
                  </a:cubicBezTo>
                  <a:lnTo>
                    <a:pt x="17787" y="774"/>
                  </a:lnTo>
                  <a:cubicBezTo>
                    <a:pt x="17833" y="486"/>
                    <a:pt x="17687" y="202"/>
                    <a:pt x="17427" y="70"/>
                  </a:cubicBezTo>
                  <a:cubicBezTo>
                    <a:pt x="17332" y="23"/>
                    <a:pt x="17230" y="1"/>
                    <a:pt x="17129" y="1"/>
                  </a:cubicBezTo>
                  <a:cubicBezTo>
                    <a:pt x="16952" y="1"/>
                    <a:pt x="16778" y="71"/>
                    <a:pt x="16649" y="204"/>
                  </a:cubicBezTo>
                  <a:lnTo>
                    <a:pt x="15620" y="1264"/>
                  </a:lnTo>
                  <a:cubicBezTo>
                    <a:pt x="15475" y="1414"/>
                    <a:pt x="15275" y="1489"/>
                    <a:pt x="15074" y="1489"/>
                  </a:cubicBezTo>
                  <a:cubicBezTo>
                    <a:pt x="14874" y="1489"/>
                    <a:pt x="14672" y="1414"/>
                    <a:pt x="14526" y="1261"/>
                  </a:cubicBezTo>
                  <a:cubicBezTo>
                    <a:pt x="14126" y="851"/>
                    <a:pt x="13573" y="645"/>
                    <a:pt x="13020" y="645"/>
                  </a:cubicBezTo>
                  <a:cubicBezTo>
                    <a:pt x="12467" y="645"/>
                    <a:pt x="11913" y="851"/>
                    <a:pt x="11514" y="1264"/>
                  </a:cubicBezTo>
                  <a:cubicBezTo>
                    <a:pt x="11370" y="1412"/>
                    <a:pt x="11169" y="1487"/>
                    <a:pt x="10968" y="1487"/>
                  </a:cubicBezTo>
                  <a:cubicBezTo>
                    <a:pt x="10767" y="1487"/>
                    <a:pt x="10565" y="1412"/>
                    <a:pt x="10420" y="1264"/>
                  </a:cubicBezTo>
                  <a:lnTo>
                    <a:pt x="10406" y="1250"/>
                  </a:lnTo>
                  <a:cubicBezTo>
                    <a:pt x="10010" y="847"/>
                    <a:pt x="9463" y="646"/>
                    <a:pt x="8916" y="646"/>
                  </a:cubicBezTo>
                  <a:cubicBezTo>
                    <a:pt x="8362" y="646"/>
                    <a:pt x="7808" y="852"/>
                    <a:pt x="7408" y="1264"/>
                  </a:cubicBezTo>
                  <a:cubicBezTo>
                    <a:pt x="7264" y="1413"/>
                    <a:pt x="7064" y="1488"/>
                    <a:pt x="6863" y="1488"/>
                  </a:cubicBezTo>
                  <a:cubicBezTo>
                    <a:pt x="6661" y="1488"/>
                    <a:pt x="6459" y="1413"/>
                    <a:pt x="6315" y="1264"/>
                  </a:cubicBezTo>
                  <a:cubicBezTo>
                    <a:pt x="5917" y="852"/>
                    <a:pt x="5363" y="647"/>
                    <a:pt x="4810" y="647"/>
                  </a:cubicBezTo>
                  <a:cubicBezTo>
                    <a:pt x="4256" y="647"/>
                    <a:pt x="3701" y="853"/>
                    <a:pt x="3303" y="1264"/>
                  </a:cubicBezTo>
                  <a:cubicBezTo>
                    <a:pt x="3159" y="1412"/>
                    <a:pt x="2958" y="1487"/>
                    <a:pt x="2757" y="1487"/>
                  </a:cubicBezTo>
                  <a:cubicBezTo>
                    <a:pt x="2556" y="1487"/>
                    <a:pt x="2356" y="1412"/>
                    <a:pt x="2211" y="1264"/>
                  </a:cubicBezTo>
                  <a:lnTo>
                    <a:pt x="1184" y="204"/>
                  </a:lnTo>
                  <a:cubicBezTo>
                    <a:pt x="1057" y="71"/>
                    <a:pt x="882" y="1"/>
                    <a:pt x="7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4650738" y="-1651230"/>
              <a:ext cx="306732" cy="306745"/>
            </a:xfrm>
            <a:custGeom>
              <a:avLst/>
              <a:gdLst/>
              <a:ahLst/>
              <a:cxnLst/>
              <a:rect l="l" t="t" r="r" b="b"/>
              <a:pathLst>
                <a:path w="23106" h="23107" extrusionOk="0">
                  <a:moveTo>
                    <a:pt x="22436" y="1"/>
                  </a:moveTo>
                  <a:cubicBezTo>
                    <a:pt x="10064" y="1"/>
                    <a:pt x="0" y="10067"/>
                    <a:pt x="0" y="22439"/>
                  </a:cubicBezTo>
                  <a:cubicBezTo>
                    <a:pt x="0" y="22809"/>
                    <a:pt x="298" y="23106"/>
                    <a:pt x="667" y="23106"/>
                  </a:cubicBezTo>
                  <a:cubicBezTo>
                    <a:pt x="1036" y="23106"/>
                    <a:pt x="1334" y="22809"/>
                    <a:pt x="1334" y="22439"/>
                  </a:cubicBezTo>
                  <a:cubicBezTo>
                    <a:pt x="1334" y="10804"/>
                    <a:pt x="10801" y="1337"/>
                    <a:pt x="22436" y="1337"/>
                  </a:cubicBezTo>
                  <a:cubicBezTo>
                    <a:pt x="22806" y="1337"/>
                    <a:pt x="23106" y="1039"/>
                    <a:pt x="23106" y="670"/>
                  </a:cubicBezTo>
                  <a:cubicBezTo>
                    <a:pt x="23106" y="301"/>
                    <a:pt x="22806" y="1"/>
                    <a:pt x="22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4745800" y="-812925"/>
              <a:ext cx="405600" cy="35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4745800" y="-777637"/>
              <a:ext cx="405600" cy="35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4745800" y="-742200"/>
              <a:ext cx="405600" cy="35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4745800" y="-706912"/>
              <a:ext cx="405600" cy="35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6"/>
          <p:cNvGrpSpPr/>
          <p:nvPr/>
        </p:nvGrpSpPr>
        <p:grpSpPr>
          <a:xfrm>
            <a:off x="5580739" y="2363150"/>
            <a:ext cx="554809" cy="554809"/>
            <a:chOff x="5724800" y="2169125"/>
            <a:chExt cx="587100" cy="587100"/>
          </a:xfrm>
        </p:grpSpPr>
        <p:sp>
          <p:nvSpPr>
            <p:cNvPr id="213" name="Google Shape;213;p26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5889083" y="2332610"/>
              <a:ext cx="258497" cy="260131"/>
            </a:xfrm>
            <a:custGeom>
              <a:avLst/>
              <a:gdLst/>
              <a:ahLst/>
              <a:cxnLst/>
              <a:rect l="l" t="t" r="r" b="b"/>
              <a:pathLst>
                <a:path w="42238" h="42505" extrusionOk="0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" name="Google Shape;216;p26"/>
          <p:cNvGrpSpPr/>
          <p:nvPr/>
        </p:nvGrpSpPr>
        <p:grpSpPr>
          <a:xfrm>
            <a:off x="6865101" y="2037999"/>
            <a:ext cx="554810" cy="554809"/>
            <a:chOff x="6810900" y="2169125"/>
            <a:chExt cx="587100" cy="587100"/>
          </a:xfrm>
        </p:grpSpPr>
        <p:sp>
          <p:nvSpPr>
            <p:cNvPr id="217" name="Google Shape;217;p26"/>
            <p:cNvSpPr/>
            <p:nvPr/>
          </p:nvSpPr>
          <p:spPr>
            <a:xfrm>
              <a:off x="68109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6881784" y="2240009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9" name="Google Shape;219;p26"/>
            <p:cNvGrpSpPr/>
            <p:nvPr/>
          </p:nvGrpSpPr>
          <p:grpSpPr>
            <a:xfrm>
              <a:off x="6972327" y="2333833"/>
              <a:ext cx="260615" cy="258080"/>
              <a:chOff x="-37385100" y="3949908"/>
              <a:chExt cx="321350" cy="318225"/>
            </a:xfrm>
          </p:grpSpPr>
          <p:sp>
            <p:nvSpPr>
              <p:cNvPr id="220" name="Google Shape;220;p26"/>
              <p:cNvSpPr/>
              <p:nvPr/>
            </p:nvSpPr>
            <p:spPr>
              <a:xfrm>
                <a:off x="-37190575" y="4145233"/>
                <a:ext cx="126825" cy="122900"/>
              </a:xfrm>
              <a:custGeom>
                <a:avLst/>
                <a:gdLst/>
                <a:ahLst/>
                <a:cxnLst/>
                <a:rect l="l" t="t" r="r" b="b"/>
                <a:pathLst>
                  <a:path w="5073" h="4916" extrusionOk="0">
                    <a:moveTo>
                      <a:pt x="2238" y="1"/>
                    </a:moveTo>
                    <a:cubicBezTo>
                      <a:pt x="1986" y="442"/>
                      <a:pt x="1671" y="820"/>
                      <a:pt x="1324" y="1229"/>
                    </a:cubicBezTo>
                    <a:cubicBezTo>
                      <a:pt x="946" y="1671"/>
                      <a:pt x="473" y="1986"/>
                      <a:pt x="1" y="2238"/>
                    </a:cubicBezTo>
                    <a:lnTo>
                      <a:pt x="2206" y="4443"/>
                    </a:lnTo>
                    <a:cubicBezTo>
                      <a:pt x="2521" y="4758"/>
                      <a:pt x="2923" y="4916"/>
                      <a:pt x="3325" y="4916"/>
                    </a:cubicBezTo>
                    <a:cubicBezTo>
                      <a:pt x="3726" y="4916"/>
                      <a:pt x="4128" y="4758"/>
                      <a:pt x="4443" y="4443"/>
                    </a:cubicBezTo>
                    <a:cubicBezTo>
                      <a:pt x="5073" y="3813"/>
                      <a:pt x="5073" y="2836"/>
                      <a:pt x="4443" y="2206"/>
                    </a:cubicBez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6"/>
              <p:cNvSpPr/>
              <p:nvPr/>
            </p:nvSpPr>
            <p:spPr>
              <a:xfrm>
                <a:off x="-37385100" y="3949908"/>
                <a:ext cx="248125" cy="248950"/>
              </a:xfrm>
              <a:custGeom>
                <a:avLst/>
                <a:gdLst/>
                <a:ahLst/>
                <a:cxnLst/>
                <a:rect l="l" t="t" r="r" b="b"/>
                <a:pathLst>
                  <a:path w="9925" h="9958" extrusionOk="0">
                    <a:moveTo>
                      <a:pt x="4978" y="1702"/>
                    </a:moveTo>
                    <a:cubicBezTo>
                      <a:pt x="6774" y="1702"/>
                      <a:pt x="8286" y="3214"/>
                      <a:pt x="8286" y="5010"/>
                    </a:cubicBezTo>
                    <a:cubicBezTo>
                      <a:pt x="8254" y="5892"/>
                      <a:pt x="7939" y="6711"/>
                      <a:pt x="7341" y="7310"/>
                    </a:cubicBezTo>
                    <a:cubicBezTo>
                      <a:pt x="6742" y="7908"/>
                      <a:pt x="5923" y="8318"/>
                      <a:pt x="4978" y="8318"/>
                    </a:cubicBezTo>
                    <a:cubicBezTo>
                      <a:pt x="3151" y="8318"/>
                      <a:pt x="1670" y="6837"/>
                      <a:pt x="1670" y="5010"/>
                    </a:cubicBezTo>
                    <a:cubicBezTo>
                      <a:pt x="1670" y="3214"/>
                      <a:pt x="3151" y="1702"/>
                      <a:pt x="4978" y="1702"/>
                    </a:cubicBezTo>
                    <a:close/>
                    <a:moveTo>
                      <a:pt x="4978" y="1"/>
                    </a:moveTo>
                    <a:cubicBezTo>
                      <a:pt x="2268" y="1"/>
                      <a:pt x="0" y="2269"/>
                      <a:pt x="0" y="4978"/>
                    </a:cubicBezTo>
                    <a:cubicBezTo>
                      <a:pt x="0" y="7688"/>
                      <a:pt x="2268" y="9956"/>
                      <a:pt x="4978" y="9956"/>
                    </a:cubicBezTo>
                    <a:cubicBezTo>
                      <a:pt x="5013" y="9957"/>
                      <a:pt x="5048" y="9957"/>
                      <a:pt x="5083" y="9957"/>
                    </a:cubicBezTo>
                    <a:cubicBezTo>
                      <a:pt x="6367" y="9957"/>
                      <a:pt x="7586" y="9395"/>
                      <a:pt x="8506" y="8444"/>
                    </a:cubicBezTo>
                    <a:cubicBezTo>
                      <a:pt x="9420" y="7499"/>
                      <a:pt x="9924" y="6270"/>
                      <a:pt x="9924" y="4978"/>
                    </a:cubicBezTo>
                    <a:cubicBezTo>
                      <a:pt x="9924" y="2269"/>
                      <a:pt x="7687" y="1"/>
                      <a:pt x="4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2" name="Google Shape;222;p26"/>
          <p:cNvGrpSpPr/>
          <p:nvPr/>
        </p:nvGrpSpPr>
        <p:grpSpPr>
          <a:xfrm>
            <a:off x="6524249" y="2906476"/>
            <a:ext cx="1326801" cy="733850"/>
            <a:chOff x="6879411" y="2843985"/>
            <a:chExt cx="1404319" cy="776643"/>
          </a:xfrm>
        </p:grpSpPr>
        <p:grpSp>
          <p:nvGrpSpPr>
            <p:cNvPr id="223" name="Google Shape;223;p26"/>
            <p:cNvGrpSpPr/>
            <p:nvPr/>
          </p:nvGrpSpPr>
          <p:grpSpPr>
            <a:xfrm>
              <a:off x="6879411" y="2843985"/>
              <a:ext cx="1404319" cy="776643"/>
              <a:chOff x="4202297" y="-1870275"/>
              <a:chExt cx="2538997" cy="1404164"/>
            </a:xfrm>
          </p:grpSpPr>
          <p:sp>
            <p:nvSpPr>
              <p:cNvPr id="224" name="Google Shape;224;p26"/>
              <p:cNvSpPr/>
              <p:nvPr/>
            </p:nvSpPr>
            <p:spPr>
              <a:xfrm>
                <a:off x="4202297" y="-1870275"/>
                <a:ext cx="2538997" cy="227172"/>
              </a:xfrm>
              <a:custGeom>
                <a:avLst/>
                <a:gdLst/>
                <a:ahLst/>
                <a:cxnLst/>
                <a:rect l="l" t="t" r="r" b="b"/>
                <a:pathLst>
                  <a:path w="133649" h="11958" extrusionOk="0">
                    <a:moveTo>
                      <a:pt x="4983" y="0"/>
                    </a:moveTo>
                    <a:cubicBezTo>
                      <a:pt x="2232" y="0"/>
                      <a:pt x="0" y="2232"/>
                      <a:pt x="0" y="4983"/>
                    </a:cubicBezTo>
                    <a:lnTo>
                      <a:pt x="0" y="11958"/>
                    </a:lnTo>
                    <a:lnTo>
                      <a:pt x="133648" y="11958"/>
                    </a:lnTo>
                    <a:lnTo>
                      <a:pt x="133648" y="4983"/>
                    </a:lnTo>
                    <a:cubicBezTo>
                      <a:pt x="133648" y="2232"/>
                      <a:pt x="131419" y="0"/>
                      <a:pt x="1286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2"/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6"/>
              <p:cNvSpPr/>
              <p:nvPr/>
            </p:nvSpPr>
            <p:spPr>
              <a:xfrm>
                <a:off x="4202297" y="-1643101"/>
                <a:ext cx="2538997" cy="1176990"/>
              </a:xfrm>
              <a:custGeom>
                <a:avLst/>
                <a:gdLst/>
                <a:ahLst/>
                <a:cxnLst/>
                <a:rect l="l" t="t" r="r" b="b"/>
                <a:pathLst>
                  <a:path w="133649" h="61955" extrusionOk="0">
                    <a:moveTo>
                      <a:pt x="0" y="0"/>
                    </a:moveTo>
                    <a:lnTo>
                      <a:pt x="0" y="56971"/>
                    </a:lnTo>
                    <a:cubicBezTo>
                      <a:pt x="0" y="59722"/>
                      <a:pt x="2232" y="61954"/>
                      <a:pt x="4983" y="61954"/>
                    </a:cubicBezTo>
                    <a:lnTo>
                      <a:pt x="128665" y="61954"/>
                    </a:lnTo>
                    <a:cubicBezTo>
                      <a:pt x="131419" y="61954"/>
                      <a:pt x="133648" y="59722"/>
                      <a:pt x="133648" y="56971"/>
                    </a:cubicBezTo>
                    <a:lnTo>
                      <a:pt x="13364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6"/>
              <p:cNvSpPr/>
              <p:nvPr/>
            </p:nvSpPr>
            <p:spPr>
              <a:xfrm>
                <a:off x="4284841" y="-1807298"/>
                <a:ext cx="71583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768" extrusionOk="0">
                    <a:moveTo>
                      <a:pt x="1882" y="0"/>
                    </a:moveTo>
                    <a:cubicBezTo>
                      <a:pt x="844" y="0"/>
                      <a:pt x="0" y="844"/>
                      <a:pt x="0" y="1882"/>
                    </a:cubicBezTo>
                    <a:cubicBezTo>
                      <a:pt x="0" y="2924"/>
                      <a:pt x="844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6"/>
              <p:cNvSpPr/>
              <p:nvPr/>
            </p:nvSpPr>
            <p:spPr>
              <a:xfrm>
                <a:off x="4447574" y="-1807298"/>
                <a:ext cx="71583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768" extrusionOk="0">
                    <a:moveTo>
                      <a:pt x="1883" y="0"/>
                    </a:moveTo>
                    <a:cubicBezTo>
                      <a:pt x="844" y="0"/>
                      <a:pt x="1" y="844"/>
                      <a:pt x="1" y="1882"/>
                    </a:cubicBezTo>
                    <a:cubicBezTo>
                      <a:pt x="1" y="2924"/>
                      <a:pt x="844" y="3767"/>
                      <a:pt x="1883" y="3767"/>
                    </a:cubicBezTo>
                    <a:cubicBezTo>
                      <a:pt x="2924" y="3767"/>
                      <a:pt x="3768" y="2924"/>
                      <a:pt x="3768" y="1882"/>
                    </a:cubicBezTo>
                    <a:cubicBezTo>
                      <a:pt x="3768" y="844"/>
                      <a:pt x="2924" y="0"/>
                      <a:pt x="18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6"/>
              <p:cNvSpPr/>
              <p:nvPr/>
            </p:nvSpPr>
            <p:spPr>
              <a:xfrm>
                <a:off x="4610326" y="-1807298"/>
                <a:ext cx="71564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7" h="3768" extrusionOk="0">
                    <a:moveTo>
                      <a:pt x="1882" y="0"/>
                    </a:moveTo>
                    <a:cubicBezTo>
                      <a:pt x="841" y="0"/>
                      <a:pt x="0" y="844"/>
                      <a:pt x="0" y="1882"/>
                    </a:cubicBezTo>
                    <a:cubicBezTo>
                      <a:pt x="0" y="2924"/>
                      <a:pt x="841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" name="Google Shape;229;p26"/>
            <p:cNvGrpSpPr/>
            <p:nvPr/>
          </p:nvGrpSpPr>
          <p:grpSpPr>
            <a:xfrm flipH="1">
              <a:off x="7727981" y="3082508"/>
              <a:ext cx="395014" cy="409310"/>
              <a:chOff x="3357325" y="2093500"/>
              <a:chExt cx="311525" cy="322825"/>
            </a:xfrm>
          </p:grpSpPr>
          <p:sp>
            <p:nvSpPr>
              <p:cNvPr id="230" name="Google Shape;230;p26"/>
              <p:cNvSpPr/>
              <p:nvPr/>
            </p:nvSpPr>
            <p:spPr>
              <a:xfrm>
                <a:off x="3357325" y="2210550"/>
                <a:ext cx="85700" cy="205775"/>
              </a:xfrm>
              <a:custGeom>
                <a:avLst/>
                <a:gdLst/>
                <a:ahLst/>
                <a:cxnLst/>
                <a:rect l="l" t="t" r="r" b="b"/>
                <a:pathLst>
                  <a:path w="3428" h="8231" extrusionOk="0">
                    <a:moveTo>
                      <a:pt x="566" y="1"/>
                    </a:moveTo>
                    <a:cubicBezTo>
                      <a:pt x="253" y="1"/>
                      <a:pt x="0" y="251"/>
                      <a:pt x="0" y="564"/>
                    </a:cubicBezTo>
                    <a:lnTo>
                      <a:pt x="0" y="7664"/>
                    </a:lnTo>
                    <a:cubicBezTo>
                      <a:pt x="0" y="7978"/>
                      <a:pt x="253" y="8231"/>
                      <a:pt x="566" y="8231"/>
                    </a:cubicBezTo>
                    <a:lnTo>
                      <a:pt x="2861" y="8231"/>
                    </a:lnTo>
                    <a:cubicBezTo>
                      <a:pt x="3174" y="8231"/>
                      <a:pt x="3427" y="7978"/>
                      <a:pt x="3427" y="7664"/>
                    </a:cubicBezTo>
                    <a:lnTo>
                      <a:pt x="3427" y="564"/>
                    </a:lnTo>
                    <a:cubicBezTo>
                      <a:pt x="3427" y="251"/>
                      <a:pt x="3174" y="1"/>
                      <a:pt x="28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31" name="Google Shape;231;p26"/>
              <p:cNvSpPr/>
              <p:nvPr/>
            </p:nvSpPr>
            <p:spPr>
              <a:xfrm>
                <a:off x="3471225" y="2152075"/>
                <a:ext cx="84725" cy="264250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570" extrusionOk="0">
                    <a:moveTo>
                      <a:pt x="563" y="0"/>
                    </a:moveTo>
                    <a:cubicBezTo>
                      <a:pt x="253" y="0"/>
                      <a:pt x="0" y="250"/>
                      <a:pt x="0" y="563"/>
                    </a:cubicBezTo>
                    <a:lnTo>
                      <a:pt x="0" y="10003"/>
                    </a:lnTo>
                    <a:cubicBezTo>
                      <a:pt x="0" y="10317"/>
                      <a:pt x="253" y="10570"/>
                      <a:pt x="563" y="10570"/>
                    </a:cubicBezTo>
                    <a:lnTo>
                      <a:pt x="2822" y="10570"/>
                    </a:lnTo>
                    <a:cubicBezTo>
                      <a:pt x="3135" y="10570"/>
                      <a:pt x="3388" y="10317"/>
                      <a:pt x="3388" y="10003"/>
                    </a:cubicBezTo>
                    <a:lnTo>
                      <a:pt x="3388" y="563"/>
                    </a:lnTo>
                    <a:cubicBezTo>
                      <a:pt x="3388" y="250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32" name="Google Shape;232;p26"/>
              <p:cNvSpPr/>
              <p:nvPr/>
            </p:nvSpPr>
            <p:spPr>
              <a:xfrm>
                <a:off x="3584150" y="2093500"/>
                <a:ext cx="84700" cy="322825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12913" extrusionOk="0">
                    <a:moveTo>
                      <a:pt x="563" y="0"/>
                    </a:moveTo>
                    <a:cubicBezTo>
                      <a:pt x="253" y="0"/>
                      <a:pt x="0" y="253"/>
                      <a:pt x="0" y="566"/>
                    </a:cubicBezTo>
                    <a:lnTo>
                      <a:pt x="0" y="12346"/>
                    </a:lnTo>
                    <a:cubicBezTo>
                      <a:pt x="0" y="12660"/>
                      <a:pt x="253" y="12913"/>
                      <a:pt x="563" y="12913"/>
                    </a:cubicBezTo>
                    <a:lnTo>
                      <a:pt x="2822" y="12913"/>
                    </a:lnTo>
                    <a:cubicBezTo>
                      <a:pt x="3135" y="12913"/>
                      <a:pt x="3388" y="12660"/>
                      <a:pt x="3388" y="12346"/>
                    </a:cubicBezTo>
                    <a:lnTo>
                      <a:pt x="3388" y="566"/>
                    </a:lnTo>
                    <a:cubicBezTo>
                      <a:pt x="3388" y="253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233" name="Google Shape;233;p26"/>
            <p:cNvSpPr/>
            <p:nvPr/>
          </p:nvSpPr>
          <p:spPr>
            <a:xfrm>
              <a:off x="7040399" y="3082527"/>
              <a:ext cx="563400" cy="77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7040399" y="3195879"/>
              <a:ext cx="563400" cy="296100"/>
            </a:xfrm>
            <a:prstGeom prst="roundRect">
              <a:avLst>
                <a:gd name="adj" fmla="val 17271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" name="Google Shape;235;p26"/>
          <p:cNvSpPr/>
          <p:nvPr/>
        </p:nvSpPr>
        <p:spPr>
          <a:xfrm>
            <a:off x="4942875" y="3780724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6"/>
          <p:cNvSpPr/>
          <p:nvPr/>
        </p:nvSpPr>
        <p:spPr>
          <a:xfrm>
            <a:off x="7900100" y="2301100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6"/>
          <p:cNvSpPr/>
          <p:nvPr/>
        </p:nvSpPr>
        <p:spPr>
          <a:xfrm>
            <a:off x="7851050" y="2487800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6029650" y="3534425"/>
            <a:ext cx="105900" cy="1059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6"/>
          <p:cNvSpPr/>
          <p:nvPr/>
        </p:nvSpPr>
        <p:spPr>
          <a:xfrm>
            <a:off x="5623475" y="173452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6"/>
          <p:cNvSpPr/>
          <p:nvPr/>
        </p:nvSpPr>
        <p:spPr>
          <a:xfrm>
            <a:off x="7655900" y="1123275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C8FC4F-A166-05EB-26D2-E5988255B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946" y="972136"/>
            <a:ext cx="4317050" cy="3031328"/>
          </a:xfrm>
        </p:spPr>
        <p:txBody>
          <a:bodyPr/>
          <a:lstStyle/>
          <a:p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Public PolicyNav </a:t>
            </a:r>
            <a:r>
              <a:rPr lang="en-US" sz="4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(with Quantum NLP)  and </a:t>
            </a:r>
            <a:r>
              <a:rPr lang="en-IN" sz="4000" dirty="0">
                <a:solidFill>
                  <a:schemeClr val="accent1">
                    <a:lumMod val="25000"/>
                  </a:schemeClr>
                </a:solidFill>
              </a:rPr>
              <a:t>Lang Chain</a:t>
            </a:r>
            <a:r>
              <a:rPr lang="en-IN" sz="4000" dirty="0"/>
              <a:t> 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Voice Chat </a:t>
            </a:r>
            <a:r>
              <a:rPr lang="en-US" sz="4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System</a:t>
            </a:r>
            <a:endParaRPr lang="en-IN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 txBox="1">
            <a:spLocks noGrp="1"/>
          </p:cNvSpPr>
          <p:nvPr>
            <p:ph type="title"/>
          </p:nvPr>
        </p:nvSpPr>
        <p:spPr>
          <a:xfrm>
            <a:off x="909050" y="2267588"/>
            <a:ext cx="4812600" cy="9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→</a:t>
            </a:r>
            <a:endParaRPr/>
          </a:p>
        </p:txBody>
      </p:sp>
      <p:sp>
        <p:nvSpPr>
          <p:cNvPr id="303" name="Google Shape;303;p30"/>
          <p:cNvSpPr txBox="1">
            <a:spLocks noGrp="1"/>
          </p:cNvSpPr>
          <p:nvPr>
            <p:ph type="title" idx="2"/>
          </p:nvPr>
        </p:nvSpPr>
        <p:spPr>
          <a:xfrm>
            <a:off x="909050" y="1162713"/>
            <a:ext cx="4812600" cy="11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 </a:t>
            </a:r>
            <a:endParaRPr/>
          </a:p>
        </p:txBody>
      </p:sp>
      <p:sp>
        <p:nvSpPr>
          <p:cNvPr id="304" name="Google Shape;304;p30"/>
          <p:cNvSpPr/>
          <p:nvPr/>
        </p:nvSpPr>
        <p:spPr>
          <a:xfrm>
            <a:off x="7568925" y="1295750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0"/>
          <p:cNvSpPr/>
          <p:nvPr/>
        </p:nvSpPr>
        <p:spPr>
          <a:xfrm>
            <a:off x="6381275" y="1360363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0"/>
          <p:cNvSpPr/>
          <p:nvPr/>
        </p:nvSpPr>
        <p:spPr>
          <a:xfrm>
            <a:off x="6513275" y="1265450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" name="Google Shape;307;p30"/>
          <p:cNvGrpSpPr/>
          <p:nvPr/>
        </p:nvGrpSpPr>
        <p:grpSpPr>
          <a:xfrm>
            <a:off x="7125139" y="2016949"/>
            <a:ext cx="554809" cy="554809"/>
            <a:chOff x="5724800" y="2169125"/>
            <a:chExt cx="587100" cy="587100"/>
          </a:xfrm>
        </p:grpSpPr>
        <p:sp>
          <p:nvSpPr>
            <p:cNvPr id="308" name="Google Shape;308;p30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5889083" y="2332610"/>
              <a:ext cx="258497" cy="260131"/>
            </a:xfrm>
            <a:custGeom>
              <a:avLst/>
              <a:gdLst/>
              <a:ahLst/>
              <a:cxnLst/>
              <a:rect l="l" t="t" r="r" b="b"/>
              <a:pathLst>
                <a:path w="42238" h="42505" extrusionOk="0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p30"/>
          <p:cNvSpPr/>
          <p:nvPr/>
        </p:nvSpPr>
        <p:spPr>
          <a:xfrm>
            <a:off x="6839250" y="1781400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30"/>
          <p:cNvGrpSpPr/>
          <p:nvPr/>
        </p:nvGrpSpPr>
        <p:grpSpPr>
          <a:xfrm>
            <a:off x="7125145" y="772239"/>
            <a:ext cx="835737" cy="835737"/>
            <a:chOff x="6810900" y="2169125"/>
            <a:chExt cx="587100" cy="587100"/>
          </a:xfrm>
        </p:grpSpPr>
        <p:sp>
          <p:nvSpPr>
            <p:cNvPr id="313" name="Google Shape;313;p30"/>
            <p:cNvSpPr/>
            <p:nvPr/>
          </p:nvSpPr>
          <p:spPr>
            <a:xfrm>
              <a:off x="68109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6881784" y="2240009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5" name="Google Shape;315;p30"/>
            <p:cNvGrpSpPr/>
            <p:nvPr/>
          </p:nvGrpSpPr>
          <p:grpSpPr>
            <a:xfrm>
              <a:off x="6972327" y="2333833"/>
              <a:ext cx="260615" cy="258080"/>
              <a:chOff x="-37385100" y="3949908"/>
              <a:chExt cx="321350" cy="318225"/>
            </a:xfrm>
          </p:grpSpPr>
          <p:sp>
            <p:nvSpPr>
              <p:cNvPr id="316" name="Google Shape;316;p30"/>
              <p:cNvSpPr/>
              <p:nvPr/>
            </p:nvSpPr>
            <p:spPr>
              <a:xfrm>
                <a:off x="-37190575" y="4145233"/>
                <a:ext cx="126825" cy="122900"/>
              </a:xfrm>
              <a:custGeom>
                <a:avLst/>
                <a:gdLst/>
                <a:ahLst/>
                <a:cxnLst/>
                <a:rect l="l" t="t" r="r" b="b"/>
                <a:pathLst>
                  <a:path w="5073" h="4916" extrusionOk="0">
                    <a:moveTo>
                      <a:pt x="2238" y="1"/>
                    </a:moveTo>
                    <a:cubicBezTo>
                      <a:pt x="1986" y="442"/>
                      <a:pt x="1671" y="820"/>
                      <a:pt x="1324" y="1229"/>
                    </a:cubicBezTo>
                    <a:cubicBezTo>
                      <a:pt x="946" y="1671"/>
                      <a:pt x="473" y="1986"/>
                      <a:pt x="1" y="2238"/>
                    </a:cubicBezTo>
                    <a:lnTo>
                      <a:pt x="2206" y="4443"/>
                    </a:lnTo>
                    <a:cubicBezTo>
                      <a:pt x="2521" y="4758"/>
                      <a:pt x="2923" y="4916"/>
                      <a:pt x="3325" y="4916"/>
                    </a:cubicBezTo>
                    <a:cubicBezTo>
                      <a:pt x="3726" y="4916"/>
                      <a:pt x="4128" y="4758"/>
                      <a:pt x="4443" y="4443"/>
                    </a:cubicBezTo>
                    <a:cubicBezTo>
                      <a:pt x="5073" y="3813"/>
                      <a:pt x="5073" y="2836"/>
                      <a:pt x="4443" y="2206"/>
                    </a:cubicBez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0"/>
              <p:cNvSpPr/>
              <p:nvPr/>
            </p:nvSpPr>
            <p:spPr>
              <a:xfrm>
                <a:off x="-37385100" y="3949908"/>
                <a:ext cx="248125" cy="248950"/>
              </a:xfrm>
              <a:custGeom>
                <a:avLst/>
                <a:gdLst/>
                <a:ahLst/>
                <a:cxnLst/>
                <a:rect l="l" t="t" r="r" b="b"/>
                <a:pathLst>
                  <a:path w="9925" h="9958" extrusionOk="0">
                    <a:moveTo>
                      <a:pt x="4978" y="1702"/>
                    </a:moveTo>
                    <a:cubicBezTo>
                      <a:pt x="6774" y="1702"/>
                      <a:pt x="8286" y="3214"/>
                      <a:pt x="8286" y="5010"/>
                    </a:cubicBezTo>
                    <a:cubicBezTo>
                      <a:pt x="8254" y="5892"/>
                      <a:pt x="7939" y="6711"/>
                      <a:pt x="7341" y="7310"/>
                    </a:cubicBezTo>
                    <a:cubicBezTo>
                      <a:pt x="6742" y="7908"/>
                      <a:pt x="5923" y="8318"/>
                      <a:pt x="4978" y="8318"/>
                    </a:cubicBezTo>
                    <a:cubicBezTo>
                      <a:pt x="3151" y="8318"/>
                      <a:pt x="1670" y="6837"/>
                      <a:pt x="1670" y="5010"/>
                    </a:cubicBezTo>
                    <a:cubicBezTo>
                      <a:pt x="1670" y="3214"/>
                      <a:pt x="3151" y="1702"/>
                      <a:pt x="4978" y="1702"/>
                    </a:cubicBezTo>
                    <a:close/>
                    <a:moveTo>
                      <a:pt x="4978" y="1"/>
                    </a:moveTo>
                    <a:cubicBezTo>
                      <a:pt x="2268" y="1"/>
                      <a:pt x="0" y="2269"/>
                      <a:pt x="0" y="4978"/>
                    </a:cubicBezTo>
                    <a:cubicBezTo>
                      <a:pt x="0" y="7688"/>
                      <a:pt x="2268" y="9956"/>
                      <a:pt x="4978" y="9956"/>
                    </a:cubicBezTo>
                    <a:cubicBezTo>
                      <a:pt x="5013" y="9957"/>
                      <a:pt x="5048" y="9957"/>
                      <a:pt x="5083" y="9957"/>
                    </a:cubicBezTo>
                    <a:cubicBezTo>
                      <a:pt x="6367" y="9957"/>
                      <a:pt x="7586" y="9395"/>
                      <a:pt x="8506" y="8444"/>
                    </a:cubicBezTo>
                    <a:cubicBezTo>
                      <a:pt x="9420" y="7499"/>
                      <a:pt x="9924" y="6270"/>
                      <a:pt x="9924" y="4978"/>
                    </a:cubicBezTo>
                    <a:cubicBezTo>
                      <a:pt x="9924" y="2269"/>
                      <a:pt x="7687" y="1"/>
                      <a:pt x="4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tx2">
                    <a:lumMod val="75000"/>
                  </a:schemeClr>
                </a:solidFill>
              </a:rPr>
              <a:t>Introduction</a:t>
            </a:r>
            <a:endParaRPr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7228750" y="1165437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1"/>
          <p:cNvSpPr/>
          <p:nvPr/>
        </p:nvSpPr>
        <p:spPr>
          <a:xfrm>
            <a:off x="6852900" y="742625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1"/>
          <p:cNvSpPr/>
          <p:nvPr/>
        </p:nvSpPr>
        <p:spPr>
          <a:xfrm>
            <a:off x="7039800" y="909863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0" name="Google Shape;330;p31"/>
          <p:cNvGrpSpPr/>
          <p:nvPr/>
        </p:nvGrpSpPr>
        <p:grpSpPr>
          <a:xfrm>
            <a:off x="7478435" y="859579"/>
            <a:ext cx="835711" cy="835711"/>
            <a:chOff x="1221094" y="2847175"/>
            <a:chExt cx="554700" cy="554700"/>
          </a:xfrm>
        </p:grpSpPr>
        <p:sp>
          <p:nvSpPr>
            <p:cNvPr id="331" name="Google Shape;331;p31"/>
            <p:cNvSpPr/>
            <p:nvPr/>
          </p:nvSpPr>
          <p:spPr>
            <a:xfrm>
              <a:off x="1221094" y="2847175"/>
              <a:ext cx="554700" cy="5547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1"/>
            <p:cNvSpPr/>
            <p:nvPr/>
          </p:nvSpPr>
          <p:spPr>
            <a:xfrm>
              <a:off x="1288144" y="2914222"/>
              <a:ext cx="420600" cy="4206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3" name="Google Shape;333;p31"/>
            <p:cNvGrpSpPr/>
            <p:nvPr/>
          </p:nvGrpSpPr>
          <p:grpSpPr>
            <a:xfrm>
              <a:off x="1389861" y="2980064"/>
              <a:ext cx="217166" cy="258028"/>
              <a:chOff x="-48233050" y="3569725"/>
              <a:chExt cx="252050" cy="299475"/>
            </a:xfrm>
          </p:grpSpPr>
          <p:sp>
            <p:nvSpPr>
              <p:cNvPr id="334" name="Google Shape;334;p31"/>
              <p:cNvSpPr/>
              <p:nvPr/>
            </p:nvSpPr>
            <p:spPr>
              <a:xfrm>
                <a:off x="-48233050" y="3569725"/>
                <a:ext cx="252050" cy="299475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1979" extrusionOk="0">
                    <a:moveTo>
                      <a:pt x="5230" y="1393"/>
                    </a:moveTo>
                    <a:cubicBezTo>
                      <a:pt x="5419" y="1393"/>
                      <a:pt x="5577" y="1551"/>
                      <a:pt x="5577" y="1740"/>
                    </a:cubicBezTo>
                    <a:lnTo>
                      <a:pt x="5577" y="1960"/>
                    </a:lnTo>
                    <a:cubicBezTo>
                      <a:pt x="5703" y="2023"/>
                      <a:pt x="5829" y="2086"/>
                      <a:pt x="5923" y="2181"/>
                    </a:cubicBezTo>
                    <a:lnTo>
                      <a:pt x="6144" y="2055"/>
                    </a:lnTo>
                    <a:cubicBezTo>
                      <a:pt x="6194" y="2025"/>
                      <a:pt x="6251" y="2011"/>
                      <a:pt x="6308" y="2011"/>
                    </a:cubicBezTo>
                    <a:cubicBezTo>
                      <a:pt x="6430" y="2011"/>
                      <a:pt x="6552" y="2074"/>
                      <a:pt x="6616" y="2181"/>
                    </a:cubicBezTo>
                    <a:lnTo>
                      <a:pt x="7309" y="3410"/>
                    </a:lnTo>
                    <a:cubicBezTo>
                      <a:pt x="7467" y="3725"/>
                      <a:pt x="7246" y="3819"/>
                      <a:pt x="6963" y="3977"/>
                    </a:cubicBezTo>
                    <a:lnTo>
                      <a:pt x="6963" y="4386"/>
                    </a:lnTo>
                    <a:cubicBezTo>
                      <a:pt x="7246" y="4544"/>
                      <a:pt x="7467" y="4670"/>
                      <a:pt x="7309" y="4985"/>
                    </a:cubicBezTo>
                    <a:lnTo>
                      <a:pt x="6616" y="6182"/>
                    </a:lnTo>
                    <a:cubicBezTo>
                      <a:pt x="6531" y="6289"/>
                      <a:pt x="6417" y="6366"/>
                      <a:pt x="6303" y="6366"/>
                    </a:cubicBezTo>
                    <a:cubicBezTo>
                      <a:pt x="6249" y="6366"/>
                      <a:pt x="6195" y="6349"/>
                      <a:pt x="6144" y="6308"/>
                    </a:cubicBezTo>
                    <a:lnTo>
                      <a:pt x="5923" y="6182"/>
                    </a:lnTo>
                    <a:cubicBezTo>
                      <a:pt x="5829" y="6277"/>
                      <a:pt x="5703" y="6340"/>
                      <a:pt x="5577" y="6403"/>
                    </a:cubicBezTo>
                    <a:lnTo>
                      <a:pt x="5577" y="6623"/>
                    </a:lnTo>
                    <a:cubicBezTo>
                      <a:pt x="5577" y="6812"/>
                      <a:pt x="5419" y="6970"/>
                      <a:pt x="5230" y="6970"/>
                    </a:cubicBezTo>
                    <a:lnTo>
                      <a:pt x="3812" y="6970"/>
                    </a:lnTo>
                    <a:cubicBezTo>
                      <a:pt x="3623" y="6970"/>
                      <a:pt x="3466" y="6812"/>
                      <a:pt x="3466" y="6623"/>
                    </a:cubicBezTo>
                    <a:lnTo>
                      <a:pt x="3466" y="6403"/>
                    </a:lnTo>
                    <a:cubicBezTo>
                      <a:pt x="3340" y="6340"/>
                      <a:pt x="3214" y="6277"/>
                      <a:pt x="3119" y="6182"/>
                    </a:cubicBezTo>
                    <a:lnTo>
                      <a:pt x="2899" y="6308"/>
                    </a:lnTo>
                    <a:cubicBezTo>
                      <a:pt x="2848" y="6338"/>
                      <a:pt x="2791" y="6352"/>
                      <a:pt x="2734" y="6352"/>
                    </a:cubicBezTo>
                    <a:cubicBezTo>
                      <a:pt x="2613" y="6352"/>
                      <a:pt x="2490" y="6289"/>
                      <a:pt x="2426" y="6182"/>
                    </a:cubicBezTo>
                    <a:lnTo>
                      <a:pt x="1733" y="4985"/>
                    </a:lnTo>
                    <a:cubicBezTo>
                      <a:pt x="1638" y="4827"/>
                      <a:pt x="1670" y="4575"/>
                      <a:pt x="1859" y="4512"/>
                    </a:cubicBezTo>
                    <a:lnTo>
                      <a:pt x="2048" y="4386"/>
                    </a:lnTo>
                    <a:lnTo>
                      <a:pt x="2048" y="3977"/>
                    </a:lnTo>
                    <a:lnTo>
                      <a:pt x="1859" y="3882"/>
                    </a:lnTo>
                    <a:cubicBezTo>
                      <a:pt x="1702" y="3788"/>
                      <a:pt x="1607" y="3536"/>
                      <a:pt x="1733" y="3410"/>
                    </a:cubicBezTo>
                    <a:lnTo>
                      <a:pt x="2426" y="2181"/>
                    </a:lnTo>
                    <a:cubicBezTo>
                      <a:pt x="2490" y="2074"/>
                      <a:pt x="2612" y="1997"/>
                      <a:pt x="2733" y="1997"/>
                    </a:cubicBezTo>
                    <a:cubicBezTo>
                      <a:pt x="2790" y="1997"/>
                      <a:pt x="2848" y="2014"/>
                      <a:pt x="2899" y="2055"/>
                    </a:cubicBezTo>
                    <a:lnTo>
                      <a:pt x="3119" y="2181"/>
                    </a:lnTo>
                    <a:cubicBezTo>
                      <a:pt x="3214" y="2086"/>
                      <a:pt x="3340" y="2023"/>
                      <a:pt x="3466" y="1960"/>
                    </a:cubicBezTo>
                    <a:lnTo>
                      <a:pt x="3466" y="1740"/>
                    </a:lnTo>
                    <a:cubicBezTo>
                      <a:pt x="3466" y="1551"/>
                      <a:pt x="3623" y="1393"/>
                      <a:pt x="3812" y="1393"/>
                    </a:cubicBezTo>
                    <a:close/>
                    <a:moveTo>
                      <a:pt x="4547" y="0"/>
                    </a:moveTo>
                    <a:cubicBezTo>
                      <a:pt x="3499" y="0"/>
                      <a:pt x="2484" y="337"/>
                      <a:pt x="1670" y="984"/>
                    </a:cubicBezTo>
                    <a:cubicBezTo>
                      <a:pt x="630" y="1866"/>
                      <a:pt x="0" y="3158"/>
                      <a:pt x="0" y="4544"/>
                    </a:cubicBezTo>
                    <a:cubicBezTo>
                      <a:pt x="0" y="5804"/>
                      <a:pt x="504" y="6970"/>
                      <a:pt x="1418" y="7852"/>
                    </a:cubicBezTo>
                    <a:lnTo>
                      <a:pt x="1418" y="11632"/>
                    </a:lnTo>
                    <a:cubicBezTo>
                      <a:pt x="1418" y="11821"/>
                      <a:pt x="1575" y="11979"/>
                      <a:pt x="1765" y="11979"/>
                    </a:cubicBezTo>
                    <a:lnTo>
                      <a:pt x="5986" y="11979"/>
                    </a:lnTo>
                    <a:cubicBezTo>
                      <a:pt x="6175" y="11979"/>
                      <a:pt x="6333" y="11821"/>
                      <a:pt x="6333" y="11632"/>
                    </a:cubicBezTo>
                    <a:lnTo>
                      <a:pt x="6333" y="10530"/>
                    </a:lnTo>
                    <a:lnTo>
                      <a:pt x="8097" y="10530"/>
                    </a:lnTo>
                    <a:cubicBezTo>
                      <a:pt x="8286" y="10530"/>
                      <a:pt x="8444" y="10372"/>
                      <a:pt x="8444" y="10183"/>
                    </a:cubicBezTo>
                    <a:lnTo>
                      <a:pt x="8444" y="8387"/>
                    </a:lnTo>
                    <a:lnTo>
                      <a:pt x="9042" y="8387"/>
                    </a:lnTo>
                    <a:cubicBezTo>
                      <a:pt x="9389" y="8387"/>
                      <a:pt x="9767" y="8198"/>
                      <a:pt x="9956" y="7883"/>
                    </a:cubicBezTo>
                    <a:cubicBezTo>
                      <a:pt x="10082" y="7568"/>
                      <a:pt x="10082" y="7190"/>
                      <a:pt x="9924" y="6875"/>
                    </a:cubicBezTo>
                    <a:lnTo>
                      <a:pt x="9042" y="5237"/>
                    </a:lnTo>
                    <a:cubicBezTo>
                      <a:pt x="9137" y="4701"/>
                      <a:pt x="9137" y="4134"/>
                      <a:pt x="9011" y="3599"/>
                    </a:cubicBezTo>
                    <a:cubicBezTo>
                      <a:pt x="8664" y="1866"/>
                      <a:pt x="7246" y="480"/>
                      <a:pt x="5545" y="102"/>
                    </a:cubicBezTo>
                    <a:cubicBezTo>
                      <a:pt x="5213" y="34"/>
                      <a:pt x="4878" y="0"/>
                      <a:pt x="45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1"/>
              <p:cNvSpPr/>
              <p:nvPr/>
            </p:nvSpPr>
            <p:spPr>
              <a:xfrm>
                <a:off x="-48170050" y="3622650"/>
                <a:ext cx="100050" cy="103225"/>
              </a:xfrm>
              <a:custGeom>
                <a:avLst/>
                <a:gdLst/>
                <a:ahLst/>
                <a:cxnLst/>
                <a:rect l="l" t="t" r="r" b="b"/>
                <a:pathLst>
                  <a:path w="4002" h="4129" extrusionOk="0">
                    <a:moveTo>
                      <a:pt x="1985" y="1009"/>
                    </a:moveTo>
                    <a:cubicBezTo>
                      <a:pt x="2584" y="1009"/>
                      <a:pt x="3057" y="1482"/>
                      <a:pt x="3057" y="2080"/>
                    </a:cubicBezTo>
                    <a:cubicBezTo>
                      <a:pt x="3057" y="2647"/>
                      <a:pt x="2584" y="3120"/>
                      <a:pt x="1985" y="3120"/>
                    </a:cubicBezTo>
                    <a:cubicBezTo>
                      <a:pt x="1418" y="3120"/>
                      <a:pt x="946" y="2647"/>
                      <a:pt x="946" y="2080"/>
                    </a:cubicBezTo>
                    <a:cubicBezTo>
                      <a:pt x="946" y="1482"/>
                      <a:pt x="1418" y="1009"/>
                      <a:pt x="1985" y="1009"/>
                    </a:cubicBezTo>
                    <a:close/>
                    <a:moveTo>
                      <a:pt x="1639" y="1"/>
                    </a:moveTo>
                    <a:lnTo>
                      <a:pt x="1639" y="127"/>
                    </a:lnTo>
                    <a:cubicBezTo>
                      <a:pt x="1639" y="284"/>
                      <a:pt x="1576" y="410"/>
                      <a:pt x="1418" y="442"/>
                    </a:cubicBezTo>
                    <a:cubicBezTo>
                      <a:pt x="1198" y="537"/>
                      <a:pt x="1009" y="631"/>
                      <a:pt x="851" y="757"/>
                    </a:cubicBezTo>
                    <a:cubicBezTo>
                      <a:pt x="770" y="818"/>
                      <a:pt x="689" y="853"/>
                      <a:pt x="607" y="853"/>
                    </a:cubicBezTo>
                    <a:cubicBezTo>
                      <a:pt x="562" y="853"/>
                      <a:pt x="518" y="842"/>
                      <a:pt x="473" y="820"/>
                    </a:cubicBezTo>
                    <a:lnTo>
                      <a:pt x="347" y="726"/>
                    </a:lnTo>
                    <a:lnTo>
                      <a:pt x="1" y="1324"/>
                    </a:lnTo>
                    <a:lnTo>
                      <a:pt x="127" y="1387"/>
                    </a:lnTo>
                    <a:cubicBezTo>
                      <a:pt x="221" y="1482"/>
                      <a:pt x="316" y="1639"/>
                      <a:pt x="253" y="1765"/>
                    </a:cubicBezTo>
                    <a:cubicBezTo>
                      <a:pt x="221" y="1986"/>
                      <a:pt x="221" y="2143"/>
                      <a:pt x="253" y="2395"/>
                    </a:cubicBezTo>
                    <a:cubicBezTo>
                      <a:pt x="316" y="2553"/>
                      <a:pt x="221" y="2647"/>
                      <a:pt x="127" y="2742"/>
                    </a:cubicBezTo>
                    <a:lnTo>
                      <a:pt x="1" y="2805"/>
                    </a:lnTo>
                    <a:lnTo>
                      <a:pt x="347" y="3403"/>
                    </a:lnTo>
                    <a:lnTo>
                      <a:pt x="473" y="3340"/>
                    </a:lnTo>
                    <a:cubicBezTo>
                      <a:pt x="532" y="3297"/>
                      <a:pt x="590" y="3273"/>
                      <a:pt x="649" y="3273"/>
                    </a:cubicBezTo>
                    <a:cubicBezTo>
                      <a:pt x="716" y="3273"/>
                      <a:pt x="784" y="3304"/>
                      <a:pt x="851" y="3372"/>
                    </a:cubicBezTo>
                    <a:cubicBezTo>
                      <a:pt x="1009" y="3529"/>
                      <a:pt x="1198" y="3592"/>
                      <a:pt x="1418" y="3687"/>
                    </a:cubicBezTo>
                    <a:cubicBezTo>
                      <a:pt x="1576" y="3718"/>
                      <a:pt x="1639" y="3876"/>
                      <a:pt x="1639" y="4002"/>
                    </a:cubicBezTo>
                    <a:lnTo>
                      <a:pt x="1639" y="4128"/>
                    </a:lnTo>
                    <a:lnTo>
                      <a:pt x="2364" y="4128"/>
                    </a:lnTo>
                    <a:lnTo>
                      <a:pt x="2364" y="4002"/>
                    </a:lnTo>
                    <a:cubicBezTo>
                      <a:pt x="2364" y="3845"/>
                      <a:pt x="2427" y="3718"/>
                      <a:pt x="2584" y="3687"/>
                    </a:cubicBezTo>
                    <a:cubicBezTo>
                      <a:pt x="2805" y="3592"/>
                      <a:pt x="2994" y="3498"/>
                      <a:pt x="3151" y="3372"/>
                    </a:cubicBezTo>
                    <a:cubicBezTo>
                      <a:pt x="3224" y="3317"/>
                      <a:pt x="3298" y="3283"/>
                      <a:pt x="3371" y="3283"/>
                    </a:cubicBezTo>
                    <a:cubicBezTo>
                      <a:pt x="3424" y="3283"/>
                      <a:pt x="3476" y="3301"/>
                      <a:pt x="3529" y="3340"/>
                    </a:cubicBezTo>
                    <a:lnTo>
                      <a:pt x="3655" y="3403"/>
                    </a:lnTo>
                    <a:lnTo>
                      <a:pt x="4002" y="2805"/>
                    </a:lnTo>
                    <a:lnTo>
                      <a:pt x="3876" y="2742"/>
                    </a:lnTo>
                    <a:cubicBezTo>
                      <a:pt x="3781" y="2647"/>
                      <a:pt x="3687" y="2490"/>
                      <a:pt x="3750" y="2395"/>
                    </a:cubicBezTo>
                    <a:cubicBezTo>
                      <a:pt x="3781" y="2143"/>
                      <a:pt x="3781" y="1986"/>
                      <a:pt x="3750" y="1765"/>
                    </a:cubicBezTo>
                    <a:cubicBezTo>
                      <a:pt x="3687" y="1608"/>
                      <a:pt x="3781" y="1482"/>
                      <a:pt x="3876" y="1387"/>
                    </a:cubicBezTo>
                    <a:lnTo>
                      <a:pt x="4002" y="1324"/>
                    </a:lnTo>
                    <a:lnTo>
                      <a:pt x="3655" y="726"/>
                    </a:lnTo>
                    <a:lnTo>
                      <a:pt x="3529" y="820"/>
                    </a:lnTo>
                    <a:cubicBezTo>
                      <a:pt x="3477" y="846"/>
                      <a:pt x="3425" y="861"/>
                      <a:pt x="3373" y="861"/>
                    </a:cubicBezTo>
                    <a:cubicBezTo>
                      <a:pt x="3299" y="861"/>
                      <a:pt x="3225" y="831"/>
                      <a:pt x="3151" y="757"/>
                    </a:cubicBezTo>
                    <a:cubicBezTo>
                      <a:pt x="2994" y="600"/>
                      <a:pt x="2805" y="537"/>
                      <a:pt x="2584" y="442"/>
                    </a:cubicBezTo>
                    <a:cubicBezTo>
                      <a:pt x="2427" y="410"/>
                      <a:pt x="2364" y="253"/>
                      <a:pt x="2364" y="127"/>
                    </a:cubicBezTo>
                    <a:lnTo>
                      <a:pt x="2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31"/>
              <p:cNvSpPr/>
              <p:nvPr/>
            </p:nvSpPr>
            <p:spPr>
              <a:xfrm>
                <a:off x="-48129100" y="3665200"/>
                <a:ext cx="181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68" y="725"/>
                      <a:pt x="726" y="567"/>
                      <a:pt x="726" y="378"/>
                    </a:cubicBezTo>
                    <a:cubicBezTo>
                      <a:pt x="726" y="158"/>
                      <a:pt x="568" y="0"/>
                      <a:pt x="3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BF79B7BF-8484-904D-1ADA-7F779651BCF6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50015" y="1128491"/>
            <a:ext cx="6043360" cy="4015009"/>
          </a:xfrm>
        </p:spPr>
        <p:txBody>
          <a:bodyPr/>
          <a:lstStyle/>
          <a:p>
            <a:pPr>
              <a:lnSpc>
                <a:spcPts val="4480"/>
              </a:lnSpc>
            </a:pPr>
            <a:r>
              <a:rPr lang="en-US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About the Project:</a:t>
            </a:r>
          </a:p>
          <a:p>
            <a:pPr>
              <a:lnSpc>
                <a:spcPts val="4480"/>
              </a:lnSpc>
            </a:pPr>
            <a:endParaRPr lang="en-US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5AED3A2-3DD4-6B9D-D88F-448BB5CB5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526" y="1908532"/>
            <a:ext cx="762762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What It Is: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An AI-powered system for analyzing and retrieving public policy information using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	Natural Language Processing (NLP).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Core Technology: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Built with a Python,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FastAPI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backend and an HTML/CSS frontend.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How It Works: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Uses pre-trained NLP models (like TF-IDF) for text similarity and relevance </a:t>
            </a: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	matching, allowing users to find policies with simple queries.</a:t>
            </a: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Advanced Features: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Integrates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Quantum NLP (QML)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module to enhance text understanding and retrieval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Includes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LangChain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Voice Chat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(via LM Studio) for real-time, voice-based user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"/>
          <p:cNvSpPr txBox="1">
            <a:spLocks noGrp="1"/>
          </p:cNvSpPr>
          <p:nvPr>
            <p:ph type="title"/>
          </p:nvPr>
        </p:nvSpPr>
        <p:spPr>
          <a:xfrm>
            <a:off x="679032" y="988908"/>
            <a:ext cx="6270188" cy="25084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5000" dirty="0">
                <a:solidFill>
                  <a:schemeClr val="accent2">
                    <a:lumMod val="7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02</a:t>
            </a:r>
            <a:br>
              <a:rPr lang="en-US" sz="5000" dirty="0">
                <a:solidFill>
                  <a:schemeClr val="accent1">
                    <a:lumMod val="2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</a:br>
            <a:r>
              <a:rPr lang="en-US" sz="5000" dirty="0">
                <a:solidFill>
                  <a:schemeClr val="accent1">
                    <a:lumMod val="2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AI-Powered </a:t>
            </a:r>
            <a:r>
              <a:rPr lang="en-US" sz="5000" dirty="0">
                <a:solidFill>
                  <a:schemeClr val="accent2">
                    <a:lumMod val="7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Public</a:t>
            </a:r>
            <a:br>
              <a:rPr lang="en-US" sz="5000" dirty="0">
                <a:solidFill>
                  <a:schemeClr val="accent2">
                    <a:lumMod val="7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</a:br>
            <a:r>
              <a:rPr lang="en-US" sz="5000" dirty="0">
                <a:solidFill>
                  <a:schemeClr val="accent2">
                    <a:lumMod val="7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Policy</a:t>
            </a:r>
            <a:r>
              <a:rPr lang="en-US" sz="5000" dirty="0">
                <a:solidFill>
                  <a:schemeClr val="accent1">
                    <a:lumMod val="2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 Navigation </a:t>
            </a:r>
            <a:br>
              <a:rPr lang="en-US" sz="5000" dirty="0">
                <a:solidFill>
                  <a:schemeClr val="accent1">
                    <a:lumMod val="2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</a:br>
            <a:r>
              <a:rPr lang="en-US" sz="5000" dirty="0">
                <a:solidFill>
                  <a:schemeClr val="accent1">
                    <a:lumMod val="2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using </a:t>
            </a:r>
            <a:r>
              <a:rPr lang="en-US" sz="5000" dirty="0" err="1">
                <a:solidFill>
                  <a:schemeClr val="accent1">
                    <a:lumMod val="2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FastAPI</a:t>
            </a:r>
            <a:br>
              <a:rPr lang="en-US" sz="96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</a:br>
            <a:endParaRPr dirty="0"/>
          </a:p>
        </p:txBody>
      </p:sp>
      <p:grpSp>
        <p:nvGrpSpPr>
          <p:cNvPr id="348" name="Google Shape;348;p32"/>
          <p:cNvGrpSpPr/>
          <p:nvPr/>
        </p:nvGrpSpPr>
        <p:grpSpPr>
          <a:xfrm>
            <a:off x="7185919" y="701962"/>
            <a:ext cx="554700" cy="554700"/>
            <a:chOff x="1221094" y="1533487"/>
            <a:chExt cx="554700" cy="554700"/>
          </a:xfrm>
        </p:grpSpPr>
        <p:sp>
          <p:nvSpPr>
            <p:cNvPr id="349" name="Google Shape;349;p32"/>
            <p:cNvSpPr/>
            <p:nvPr/>
          </p:nvSpPr>
          <p:spPr>
            <a:xfrm>
              <a:off x="1221094" y="1533487"/>
              <a:ext cx="554700" cy="5547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2"/>
            <p:cNvSpPr/>
            <p:nvPr/>
          </p:nvSpPr>
          <p:spPr>
            <a:xfrm>
              <a:off x="1288144" y="1600535"/>
              <a:ext cx="420600" cy="4206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1" name="Google Shape;351;p32"/>
            <p:cNvGrpSpPr/>
            <p:nvPr/>
          </p:nvGrpSpPr>
          <p:grpSpPr>
            <a:xfrm>
              <a:off x="1376326" y="1673263"/>
              <a:ext cx="244237" cy="244216"/>
              <a:chOff x="4628325" y="3599825"/>
              <a:chExt cx="295400" cy="295375"/>
            </a:xfrm>
          </p:grpSpPr>
          <p:sp>
            <p:nvSpPr>
              <p:cNvPr id="352" name="Google Shape;352;p32"/>
              <p:cNvSpPr/>
              <p:nvPr/>
            </p:nvSpPr>
            <p:spPr>
              <a:xfrm>
                <a:off x="4679525" y="3686450"/>
                <a:ext cx="17350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3467" extrusionOk="0">
                    <a:moveTo>
                      <a:pt x="0" y="1"/>
                    </a:moveTo>
                    <a:lnTo>
                      <a:pt x="0" y="3466"/>
                    </a:lnTo>
                    <a:lnTo>
                      <a:pt x="694" y="3466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32"/>
              <p:cNvSpPr/>
              <p:nvPr/>
            </p:nvSpPr>
            <p:spPr>
              <a:xfrm>
                <a:off x="4854375" y="3686450"/>
                <a:ext cx="18150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726" h="3467" extrusionOk="0">
                    <a:moveTo>
                      <a:pt x="1" y="1"/>
                    </a:moveTo>
                    <a:lnTo>
                      <a:pt x="1" y="3466"/>
                    </a:lnTo>
                    <a:lnTo>
                      <a:pt x="725" y="3466"/>
                    </a:lnTo>
                    <a:lnTo>
                      <a:pt x="72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32"/>
              <p:cNvSpPr/>
              <p:nvPr/>
            </p:nvSpPr>
            <p:spPr>
              <a:xfrm>
                <a:off x="4679525" y="3790425"/>
                <a:ext cx="17350" cy="1040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4160" extrusionOk="0">
                    <a:moveTo>
                      <a:pt x="0" y="0"/>
                    </a:moveTo>
                    <a:lnTo>
                      <a:pt x="0" y="4159"/>
                    </a:lnTo>
                    <a:lnTo>
                      <a:pt x="694" y="4159"/>
                    </a:lnTo>
                    <a:lnTo>
                      <a:pt x="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32"/>
              <p:cNvSpPr/>
              <p:nvPr/>
            </p:nvSpPr>
            <p:spPr>
              <a:xfrm>
                <a:off x="4854375" y="3790425"/>
                <a:ext cx="18150" cy="10400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4160" extrusionOk="0">
                    <a:moveTo>
                      <a:pt x="1" y="0"/>
                    </a:moveTo>
                    <a:lnTo>
                      <a:pt x="1" y="4159"/>
                    </a:lnTo>
                    <a:lnTo>
                      <a:pt x="725" y="4159"/>
                    </a:lnTo>
                    <a:lnTo>
                      <a:pt x="7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32"/>
              <p:cNvSpPr/>
              <p:nvPr/>
            </p:nvSpPr>
            <p:spPr>
              <a:xfrm>
                <a:off x="4628325" y="3686450"/>
                <a:ext cx="34675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3467" extrusionOk="0">
                    <a:moveTo>
                      <a:pt x="1009" y="1"/>
                    </a:moveTo>
                    <a:cubicBezTo>
                      <a:pt x="442" y="1"/>
                      <a:pt x="1" y="442"/>
                      <a:pt x="1" y="1009"/>
                    </a:cubicBezTo>
                    <a:lnTo>
                      <a:pt x="1" y="2049"/>
                    </a:lnTo>
                    <a:cubicBezTo>
                      <a:pt x="1" y="2427"/>
                      <a:pt x="158" y="2773"/>
                      <a:pt x="442" y="3025"/>
                    </a:cubicBezTo>
                    <a:cubicBezTo>
                      <a:pt x="662" y="3340"/>
                      <a:pt x="1009" y="3466"/>
                      <a:pt x="1387" y="3466"/>
                    </a:cubicBezTo>
                    <a:lnTo>
                      <a:pt x="138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2"/>
              <p:cNvSpPr/>
              <p:nvPr/>
            </p:nvSpPr>
            <p:spPr>
              <a:xfrm>
                <a:off x="4714975" y="3686450"/>
                <a:ext cx="122100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4884" h="3467" extrusionOk="0">
                    <a:moveTo>
                      <a:pt x="0" y="1"/>
                    </a:moveTo>
                    <a:lnTo>
                      <a:pt x="0" y="3466"/>
                    </a:lnTo>
                    <a:lnTo>
                      <a:pt x="4883" y="3466"/>
                    </a:lnTo>
                    <a:lnTo>
                      <a:pt x="488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2"/>
              <p:cNvSpPr/>
              <p:nvPr/>
            </p:nvSpPr>
            <p:spPr>
              <a:xfrm>
                <a:off x="4889025" y="3777825"/>
                <a:ext cx="34700" cy="117375"/>
              </a:xfrm>
              <a:custGeom>
                <a:avLst/>
                <a:gdLst/>
                <a:ahLst/>
                <a:cxnLst/>
                <a:rect l="l" t="t" r="r" b="b"/>
                <a:pathLst>
                  <a:path w="1388" h="4695" extrusionOk="0">
                    <a:moveTo>
                      <a:pt x="1387" y="0"/>
                    </a:moveTo>
                    <a:cubicBezTo>
                      <a:pt x="977" y="315"/>
                      <a:pt x="505" y="504"/>
                      <a:pt x="1" y="504"/>
                    </a:cubicBezTo>
                    <a:lnTo>
                      <a:pt x="1" y="4695"/>
                    </a:lnTo>
                    <a:lnTo>
                      <a:pt x="347" y="4695"/>
                    </a:lnTo>
                    <a:cubicBezTo>
                      <a:pt x="946" y="4695"/>
                      <a:pt x="1387" y="4222"/>
                      <a:pt x="1387" y="3655"/>
                    </a:cubicBezTo>
                    <a:lnTo>
                      <a:pt x="13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2"/>
              <p:cNvSpPr/>
              <p:nvPr/>
            </p:nvSpPr>
            <p:spPr>
              <a:xfrm>
                <a:off x="4628325" y="3777825"/>
                <a:ext cx="34675" cy="1166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4664" extrusionOk="0">
                    <a:moveTo>
                      <a:pt x="1" y="0"/>
                    </a:moveTo>
                    <a:lnTo>
                      <a:pt x="1" y="3655"/>
                    </a:lnTo>
                    <a:cubicBezTo>
                      <a:pt x="1" y="4222"/>
                      <a:pt x="442" y="4663"/>
                      <a:pt x="1009" y="4663"/>
                    </a:cubicBezTo>
                    <a:lnTo>
                      <a:pt x="1387" y="4663"/>
                    </a:lnTo>
                    <a:lnTo>
                      <a:pt x="1387" y="504"/>
                    </a:lnTo>
                    <a:cubicBezTo>
                      <a:pt x="851" y="504"/>
                      <a:pt x="379" y="315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2"/>
              <p:cNvSpPr/>
              <p:nvPr/>
            </p:nvSpPr>
            <p:spPr>
              <a:xfrm>
                <a:off x="4766950" y="3790425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1" y="0"/>
                    </a:moveTo>
                    <a:lnTo>
                      <a:pt x="1" y="347"/>
                    </a:lnTo>
                    <a:cubicBezTo>
                      <a:pt x="1" y="568"/>
                      <a:pt x="158" y="725"/>
                      <a:pt x="347" y="725"/>
                    </a:cubicBezTo>
                    <a:cubicBezTo>
                      <a:pt x="568" y="725"/>
                      <a:pt x="694" y="568"/>
                      <a:pt x="694" y="347"/>
                    </a:cubicBezTo>
                    <a:lnTo>
                      <a:pt x="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2"/>
              <p:cNvSpPr/>
              <p:nvPr/>
            </p:nvSpPr>
            <p:spPr>
              <a:xfrm>
                <a:off x="4889025" y="3686450"/>
                <a:ext cx="34700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1388" h="3467" extrusionOk="0">
                    <a:moveTo>
                      <a:pt x="1" y="1"/>
                    </a:moveTo>
                    <a:lnTo>
                      <a:pt x="1" y="3466"/>
                    </a:lnTo>
                    <a:cubicBezTo>
                      <a:pt x="347" y="3466"/>
                      <a:pt x="662" y="3340"/>
                      <a:pt x="946" y="3088"/>
                    </a:cubicBezTo>
                    <a:cubicBezTo>
                      <a:pt x="1229" y="2836"/>
                      <a:pt x="1387" y="2458"/>
                      <a:pt x="1387" y="2080"/>
                    </a:cubicBezTo>
                    <a:lnTo>
                      <a:pt x="1387" y="1040"/>
                    </a:lnTo>
                    <a:cubicBezTo>
                      <a:pt x="1387" y="442"/>
                      <a:pt x="914" y="1"/>
                      <a:pt x="34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2"/>
              <p:cNvSpPr/>
              <p:nvPr/>
            </p:nvSpPr>
            <p:spPr>
              <a:xfrm>
                <a:off x="4714975" y="3790425"/>
                <a:ext cx="122100" cy="104000"/>
              </a:xfrm>
              <a:custGeom>
                <a:avLst/>
                <a:gdLst/>
                <a:ahLst/>
                <a:cxnLst/>
                <a:rect l="l" t="t" r="r" b="b"/>
                <a:pathLst>
                  <a:path w="4884" h="4160" extrusionOk="0">
                    <a:moveTo>
                      <a:pt x="0" y="0"/>
                    </a:moveTo>
                    <a:lnTo>
                      <a:pt x="0" y="4159"/>
                    </a:lnTo>
                    <a:lnTo>
                      <a:pt x="4883" y="4159"/>
                    </a:lnTo>
                    <a:lnTo>
                      <a:pt x="4883" y="0"/>
                    </a:lnTo>
                    <a:lnTo>
                      <a:pt x="3466" y="0"/>
                    </a:lnTo>
                    <a:lnTo>
                      <a:pt x="3466" y="347"/>
                    </a:lnTo>
                    <a:cubicBezTo>
                      <a:pt x="3466" y="946"/>
                      <a:pt x="2993" y="1387"/>
                      <a:pt x="2426" y="1387"/>
                    </a:cubicBezTo>
                    <a:cubicBezTo>
                      <a:pt x="1827" y="1387"/>
                      <a:pt x="1418" y="914"/>
                      <a:pt x="1418" y="347"/>
                    </a:cubicBezTo>
                    <a:lnTo>
                      <a:pt x="14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2"/>
              <p:cNvSpPr/>
              <p:nvPr/>
            </p:nvSpPr>
            <p:spPr>
              <a:xfrm>
                <a:off x="4714175" y="3599825"/>
                <a:ext cx="122100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4884" h="2773" extrusionOk="0">
                    <a:moveTo>
                      <a:pt x="2427" y="0"/>
                    </a:moveTo>
                    <a:cubicBezTo>
                      <a:pt x="1103" y="0"/>
                      <a:pt x="1" y="1103"/>
                      <a:pt x="1" y="2426"/>
                    </a:cubicBezTo>
                    <a:lnTo>
                      <a:pt x="1" y="2773"/>
                    </a:lnTo>
                    <a:lnTo>
                      <a:pt x="1355" y="2773"/>
                    </a:lnTo>
                    <a:lnTo>
                      <a:pt x="1355" y="2426"/>
                    </a:lnTo>
                    <a:cubicBezTo>
                      <a:pt x="1355" y="1828"/>
                      <a:pt x="1828" y="1418"/>
                      <a:pt x="2395" y="1418"/>
                    </a:cubicBezTo>
                    <a:cubicBezTo>
                      <a:pt x="2994" y="1418"/>
                      <a:pt x="3403" y="1891"/>
                      <a:pt x="3403" y="2426"/>
                    </a:cubicBezTo>
                    <a:lnTo>
                      <a:pt x="3403" y="2773"/>
                    </a:lnTo>
                    <a:lnTo>
                      <a:pt x="4884" y="2773"/>
                    </a:lnTo>
                    <a:lnTo>
                      <a:pt x="4884" y="2426"/>
                    </a:lnTo>
                    <a:cubicBezTo>
                      <a:pt x="4884" y="1103"/>
                      <a:pt x="3781" y="0"/>
                      <a:pt x="242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64" name="Google Shape;364;p32"/>
          <p:cNvSpPr/>
          <p:nvPr/>
        </p:nvSpPr>
        <p:spPr>
          <a:xfrm>
            <a:off x="8004500" y="1209563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2"/>
          <p:cNvSpPr/>
          <p:nvPr/>
        </p:nvSpPr>
        <p:spPr>
          <a:xfrm>
            <a:off x="8193150" y="135362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2"/>
          <p:cNvSpPr/>
          <p:nvPr/>
        </p:nvSpPr>
        <p:spPr>
          <a:xfrm>
            <a:off x="8034775" y="861725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/>
              <a:t>Part-1</a:t>
            </a:r>
            <a:endParaRPr sz="2500" dirty="0"/>
          </a:p>
        </p:txBody>
      </p:sp>
      <p:sp>
        <p:nvSpPr>
          <p:cNvPr id="380" name="Google Shape;380;p33"/>
          <p:cNvSpPr/>
          <p:nvPr/>
        </p:nvSpPr>
        <p:spPr>
          <a:xfrm>
            <a:off x="7560325" y="858513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3"/>
          <p:cNvSpPr/>
          <p:nvPr/>
        </p:nvSpPr>
        <p:spPr>
          <a:xfrm>
            <a:off x="7728675" y="763600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3"/>
          <p:cNvSpPr/>
          <p:nvPr/>
        </p:nvSpPr>
        <p:spPr>
          <a:xfrm>
            <a:off x="8018300" y="1245700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BA77C9-4CEA-CEBB-A9C9-66497D9F0101}"/>
              </a:ext>
            </a:extLst>
          </p:cNvPr>
          <p:cNvSpPr txBox="1"/>
          <p:nvPr/>
        </p:nvSpPr>
        <p:spPr>
          <a:xfrm>
            <a:off x="2330689" y="1821925"/>
            <a:ext cx="36919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AI-Part</a:t>
            </a:r>
            <a:endParaRPr lang="en-IN" sz="6000" dirty="0"/>
          </a:p>
        </p:txBody>
      </p:sp>
      <p:grpSp>
        <p:nvGrpSpPr>
          <p:cNvPr id="13" name="Google Shape;752;p46">
            <a:extLst>
              <a:ext uri="{FF2B5EF4-FFF2-40B4-BE49-F238E27FC236}">
                <a16:creationId xmlns:a16="http://schemas.microsoft.com/office/drawing/2014/main" id="{771051A1-B507-CA19-9FE2-1E16BFD0A0CB}"/>
              </a:ext>
            </a:extLst>
          </p:cNvPr>
          <p:cNvGrpSpPr/>
          <p:nvPr/>
        </p:nvGrpSpPr>
        <p:grpSpPr>
          <a:xfrm>
            <a:off x="6022665" y="223136"/>
            <a:ext cx="2045117" cy="2045127"/>
            <a:chOff x="1190500" y="238125"/>
            <a:chExt cx="5237175" cy="5237200"/>
          </a:xfrm>
        </p:grpSpPr>
        <p:sp>
          <p:nvSpPr>
            <p:cNvPr id="14" name="Google Shape;753;p46">
              <a:extLst>
                <a:ext uri="{FF2B5EF4-FFF2-40B4-BE49-F238E27FC236}">
                  <a16:creationId xmlns:a16="http://schemas.microsoft.com/office/drawing/2014/main" id="{151D4375-4871-E703-99A1-0A1BCF0E8DA3}"/>
                </a:ext>
              </a:extLst>
            </p:cNvPr>
            <p:cNvSpPr/>
            <p:nvPr/>
          </p:nvSpPr>
          <p:spPr>
            <a:xfrm>
              <a:off x="1190500" y="238125"/>
              <a:ext cx="5237175" cy="5237200"/>
            </a:xfrm>
            <a:custGeom>
              <a:avLst/>
              <a:gdLst/>
              <a:ahLst/>
              <a:cxnLst/>
              <a:rect l="l" t="t" r="r" b="b"/>
              <a:pathLst>
                <a:path w="209487" h="209488" extrusionOk="0">
                  <a:moveTo>
                    <a:pt x="104743" y="0"/>
                  </a:moveTo>
                  <a:cubicBezTo>
                    <a:pt x="76964" y="0"/>
                    <a:pt x="50321" y="11035"/>
                    <a:pt x="30679" y="30679"/>
                  </a:cubicBezTo>
                  <a:cubicBezTo>
                    <a:pt x="11034" y="50321"/>
                    <a:pt x="0" y="76964"/>
                    <a:pt x="0" y="104744"/>
                  </a:cubicBezTo>
                  <a:cubicBezTo>
                    <a:pt x="0" y="132523"/>
                    <a:pt x="11034" y="159163"/>
                    <a:pt x="30679" y="178808"/>
                  </a:cubicBezTo>
                  <a:cubicBezTo>
                    <a:pt x="50321" y="198449"/>
                    <a:pt x="76964" y="209487"/>
                    <a:pt x="104743" y="209487"/>
                  </a:cubicBezTo>
                  <a:cubicBezTo>
                    <a:pt x="132523" y="209487"/>
                    <a:pt x="159162" y="198449"/>
                    <a:pt x="178807" y="178808"/>
                  </a:cubicBezTo>
                  <a:cubicBezTo>
                    <a:pt x="198449" y="159163"/>
                    <a:pt x="209486" y="132523"/>
                    <a:pt x="209486" y="104744"/>
                  </a:cubicBezTo>
                  <a:cubicBezTo>
                    <a:pt x="209486" y="76964"/>
                    <a:pt x="198449" y="50321"/>
                    <a:pt x="178807" y="30679"/>
                  </a:cubicBezTo>
                  <a:cubicBezTo>
                    <a:pt x="159162" y="11035"/>
                    <a:pt x="132523" y="0"/>
                    <a:pt x="104743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54;p46">
              <a:extLst>
                <a:ext uri="{FF2B5EF4-FFF2-40B4-BE49-F238E27FC236}">
                  <a16:creationId xmlns:a16="http://schemas.microsoft.com/office/drawing/2014/main" id="{9C637215-B66F-6912-6BB5-8987484A2847}"/>
                </a:ext>
              </a:extLst>
            </p:cNvPr>
            <p:cNvSpPr/>
            <p:nvPr/>
          </p:nvSpPr>
          <p:spPr>
            <a:xfrm>
              <a:off x="1732050" y="779675"/>
              <a:ext cx="4154050" cy="4154075"/>
            </a:xfrm>
            <a:custGeom>
              <a:avLst/>
              <a:gdLst/>
              <a:ahLst/>
              <a:cxnLst/>
              <a:rect l="l" t="t" r="r" b="b"/>
              <a:pathLst>
                <a:path w="166162" h="166163" extrusionOk="0">
                  <a:moveTo>
                    <a:pt x="83081" y="1"/>
                  </a:moveTo>
                  <a:cubicBezTo>
                    <a:pt x="61045" y="1"/>
                    <a:pt x="39914" y="8753"/>
                    <a:pt x="24335" y="24335"/>
                  </a:cubicBezTo>
                  <a:cubicBezTo>
                    <a:pt x="8753" y="39915"/>
                    <a:pt x="1" y="61046"/>
                    <a:pt x="1" y="83082"/>
                  </a:cubicBezTo>
                  <a:cubicBezTo>
                    <a:pt x="1" y="105114"/>
                    <a:pt x="8753" y="126249"/>
                    <a:pt x="24335" y="141828"/>
                  </a:cubicBezTo>
                  <a:cubicBezTo>
                    <a:pt x="39914" y="157407"/>
                    <a:pt x="61045" y="166162"/>
                    <a:pt x="83081" y="166162"/>
                  </a:cubicBezTo>
                  <a:cubicBezTo>
                    <a:pt x="105114" y="166162"/>
                    <a:pt x="126248" y="157407"/>
                    <a:pt x="141827" y="141828"/>
                  </a:cubicBezTo>
                  <a:cubicBezTo>
                    <a:pt x="157406" y="126249"/>
                    <a:pt x="166162" y="105114"/>
                    <a:pt x="166162" y="83082"/>
                  </a:cubicBezTo>
                  <a:cubicBezTo>
                    <a:pt x="166162" y="61046"/>
                    <a:pt x="157406" y="39915"/>
                    <a:pt x="141827" y="24335"/>
                  </a:cubicBezTo>
                  <a:cubicBezTo>
                    <a:pt x="126248" y="8753"/>
                    <a:pt x="105114" y="1"/>
                    <a:pt x="83081" y="1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55;p46">
              <a:extLst>
                <a:ext uri="{FF2B5EF4-FFF2-40B4-BE49-F238E27FC236}">
                  <a16:creationId xmlns:a16="http://schemas.microsoft.com/office/drawing/2014/main" id="{B72DCF64-87DE-A26C-8242-11E2C4298BE2}"/>
                </a:ext>
              </a:extLst>
            </p:cNvPr>
            <p:cNvSpPr/>
            <p:nvPr/>
          </p:nvSpPr>
          <p:spPr>
            <a:xfrm>
              <a:off x="2297475" y="1345125"/>
              <a:ext cx="3023200" cy="3023200"/>
            </a:xfrm>
            <a:custGeom>
              <a:avLst/>
              <a:gdLst/>
              <a:ahLst/>
              <a:cxnLst/>
              <a:rect l="l" t="t" r="r" b="b"/>
              <a:pathLst>
                <a:path w="120928" h="120928" extrusionOk="0">
                  <a:moveTo>
                    <a:pt x="60464" y="0"/>
                  </a:moveTo>
                  <a:cubicBezTo>
                    <a:pt x="44429" y="0"/>
                    <a:pt x="29048" y="6371"/>
                    <a:pt x="17710" y="17709"/>
                  </a:cubicBezTo>
                  <a:cubicBezTo>
                    <a:pt x="6372" y="29048"/>
                    <a:pt x="1" y="44429"/>
                    <a:pt x="1" y="60464"/>
                  </a:cubicBezTo>
                  <a:cubicBezTo>
                    <a:pt x="1" y="76499"/>
                    <a:pt x="6372" y="91879"/>
                    <a:pt x="17710" y="103218"/>
                  </a:cubicBezTo>
                  <a:cubicBezTo>
                    <a:pt x="29048" y="114556"/>
                    <a:pt x="44429" y="120927"/>
                    <a:pt x="60464" y="120927"/>
                  </a:cubicBezTo>
                  <a:cubicBezTo>
                    <a:pt x="76499" y="120927"/>
                    <a:pt x="91880" y="114556"/>
                    <a:pt x="103218" y="103218"/>
                  </a:cubicBezTo>
                  <a:cubicBezTo>
                    <a:pt x="114556" y="91879"/>
                    <a:pt x="120927" y="76499"/>
                    <a:pt x="120927" y="60464"/>
                  </a:cubicBezTo>
                  <a:cubicBezTo>
                    <a:pt x="120927" y="44429"/>
                    <a:pt x="114556" y="29048"/>
                    <a:pt x="103218" y="17709"/>
                  </a:cubicBezTo>
                  <a:cubicBezTo>
                    <a:pt x="91880" y="6371"/>
                    <a:pt x="76499" y="0"/>
                    <a:pt x="60464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758;p46">
            <a:extLst>
              <a:ext uri="{FF2B5EF4-FFF2-40B4-BE49-F238E27FC236}">
                <a16:creationId xmlns:a16="http://schemas.microsoft.com/office/drawing/2014/main" id="{FC2AE15A-E45B-4143-F700-67279D6AFFD1}"/>
              </a:ext>
            </a:extLst>
          </p:cNvPr>
          <p:cNvGrpSpPr/>
          <p:nvPr/>
        </p:nvGrpSpPr>
        <p:grpSpPr>
          <a:xfrm>
            <a:off x="6447559" y="895200"/>
            <a:ext cx="1195313" cy="700997"/>
            <a:chOff x="1488825" y="3061750"/>
            <a:chExt cx="1001100" cy="587100"/>
          </a:xfrm>
        </p:grpSpPr>
        <p:sp>
          <p:nvSpPr>
            <p:cNvPr id="18" name="Google Shape;759;p46">
              <a:extLst>
                <a:ext uri="{FF2B5EF4-FFF2-40B4-BE49-F238E27FC236}">
                  <a16:creationId xmlns:a16="http://schemas.microsoft.com/office/drawing/2014/main" id="{63068D5E-D362-C684-D338-DC71831B0A2C}"/>
                </a:ext>
              </a:extLst>
            </p:cNvPr>
            <p:cNvSpPr/>
            <p:nvPr/>
          </p:nvSpPr>
          <p:spPr>
            <a:xfrm>
              <a:off x="1488825" y="3061750"/>
              <a:ext cx="1001100" cy="587100"/>
            </a:xfrm>
            <a:prstGeom prst="roundRect">
              <a:avLst>
                <a:gd name="adj" fmla="val 4931"/>
              </a:avLst>
            </a:pr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60;p46">
              <a:extLst>
                <a:ext uri="{FF2B5EF4-FFF2-40B4-BE49-F238E27FC236}">
                  <a16:creationId xmlns:a16="http://schemas.microsoft.com/office/drawing/2014/main" id="{39169445-A1FE-9D00-EB83-D5F3FB8DF395}"/>
                </a:ext>
              </a:extLst>
            </p:cNvPr>
            <p:cNvSpPr/>
            <p:nvPr/>
          </p:nvSpPr>
          <p:spPr>
            <a:xfrm>
              <a:off x="1516979" y="3061750"/>
              <a:ext cx="944792" cy="426259"/>
            </a:xfrm>
            <a:custGeom>
              <a:avLst/>
              <a:gdLst/>
              <a:ahLst/>
              <a:cxnLst/>
              <a:rect l="l" t="t" r="r" b="b"/>
              <a:pathLst>
                <a:path w="39041" h="17614" extrusionOk="0">
                  <a:moveTo>
                    <a:pt x="0" y="0"/>
                  </a:moveTo>
                  <a:lnTo>
                    <a:pt x="16278" y="16270"/>
                  </a:lnTo>
                  <a:cubicBezTo>
                    <a:pt x="17174" y="17165"/>
                    <a:pt x="18348" y="17613"/>
                    <a:pt x="19522" y="17613"/>
                  </a:cubicBezTo>
                  <a:cubicBezTo>
                    <a:pt x="20695" y="17613"/>
                    <a:pt x="21869" y="17165"/>
                    <a:pt x="22765" y="16270"/>
                  </a:cubicBezTo>
                  <a:lnTo>
                    <a:pt x="39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61;p46">
              <a:extLst>
                <a:ext uri="{FF2B5EF4-FFF2-40B4-BE49-F238E27FC236}">
                  <a16:creationId xmlns:a16="http://schemas.microsoft.com/office/drawing/2014/main" id="{5E8ED39D-9F59-6C19-BE4D-D792E78D0428}"/>
                </a:ext>
              </a:extLst>
            </p:cNvPr>
            <p:cNvSpPr/>
            <p:nvPr/>
          </p:nvSpPr>
          <p:spPr>
            <a:xfrm>
              <a:off x="1516979" y="3061750"/>
              <a:ext cx="944792" cy="358523"/>
            </a:xfrm>
            <a:custGeom>
              <a:avLst/>
              <a:gdLst/>
              <a:ahLst/>
              <a:cxnLst/>
              <a:rect l="l" t="t" r="r" b="b"/>
              <a:pathLst>
                <a:path w="39041" h="14815" extrusionOk="0">
                  <a:moveTo>
                    <a:pt x="0" y="0"/>
                  </a:moveTo>
                  <a:lnTo>
                    <a:pt x="17472" y="14091"/>
                  </a:lnTo>
                  <a:cubicBezTo>
                    <a:pt x="18070" y="14574"/>
                    <a:pt x="18795" y="14815"/>
                    <a:pt x="19520" y="14815"/>
                  </a:cubicBezTo>
                  <a:cubicBezTo>
                    <a:pt x="20245" y="14815"/>
                    <a:pt x="20970" y="14574"/>
                    <a:pt x="21569" y="14091"/>
                  </a:cubicBezTo>
                  <a:lnTo>
                    <a:pt x="390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762;p46">
            <a:extLst>
              <a:ext uri="{FF2B5EF4-FFF2-40B4-BE49-F238E27FC236}">
                <a16:creationId xmlns:a16="http://schemas.microsoft.com/office/drawing/2014/main" id="{739CA966-56B7-4FB7-C284-28820082BAC6}"/>
              </a:ext>
            </a:extLst>
          </p:cNvPr>
          <p:cNvGrpSpPr/>
          <p:nvPr/>
        </p:nvGrpSpPr>
        <p:grpSpPr>
          <a:xfrm>
            <a:off x="5894726" y="1383283"/>
            <a:ext cx="835800" cy="835800"/>
            <a:chOff x="4818747" y="4959641"/>
            <a:chExt cx="835800" cy="835800"/>
          </a:xfrm>
        </p:grpSpPr>
        <p:sp>
          <p:nvSpPr>
            <p:cNvPr id="22" name="Google Shape;763;p46">
              <a:extLst>
                <a:ext uri="{FF2B5EF4-FFF2-40B4-BE49-F238E27FC236}">
                  <a16:creationId xmlns:a16="http://schemas.microsoft.com/office/drawing/2014/main" id="{03D3089B-E873-961F-B735-269D0FB43100}"/>
                </a:ext>
              </a:extLst>
            </p:cNvPr>
            <p:cNvSpPr/>
            <p:nvPr/>
          </p:nvSpPr>
          <p:spPr>
            <a:xfrm>
              <a:off x="4818747" y="4959641"/>
              <a:ext cx="835800" cy="8358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64;p46">
              <a:extLst>
                <a:ext uri="{FF2B5EF4-FFF2-40B4-BE49-F238E27FC236}">
                  <a16:creationId xmlns:a16="http://schemas.microsoft.com/office/drawing/2014/main" id="{EC062FF0-99BF-5FF5-35BB-6B7DDE41D5C0}"/>
                </a:ext>
              </a:extLst>
            </p:cNvPr>
            <p:cNvSpPr/>
            <p:nvPr/>
          </p:nvSpPr>
          <p:spPr>
            <a:xfrm>
              <a:off x="4919765" y="5060655"/>
              <a:ext cx="633600" cy="6336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766;p46">
            <a:extLst>
              <a:ext uri="{FF2B5EF4-FFF2-40B4-BE49-F238E27FC236}">
                <a16:creationId xmlns:a16="http://schemas.microsoft.com/office/drawing/2014/main" id="{1BC2116F-8DDC-E3CC-47D3-F0DBE526A46E}"/>
              </a:ext>
            </a:extLst>
          </p:cNvPr>
          <p:cNvSpPr/>
          <p:nvPr/>
        </p:nvSpPr>
        <p:spPr>
          <a:xfrm>
            <a:off x="6532898" y="2321042"/>
            <a:ext cx="151500" cy="151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767;p46">
            <a:extLst>
              <a:ext uri="{FF2B5EF4-FFF2-40B4-BE49-F238E27FC236}">
                <a16:creationId xmlns:a16="http://schemas.microsoft.com/office/drawing/2014/main" id="{9FE23FB6-CB11-EBBA-A63E-AB8FC85EC0A8}"/>
              </a:ext>
            </a:extLst>
          </p:cNvPr>
          <p:cNvGrpSpPr/>
          <p:nvPr/>
        </p:nvGrpSpPr>
        <p:grpSpPr>
          <a:xfrm>
            <a:off x="6152886" y="1613697"/>
            <a:ext cx="380029" cy="374980"/>
            <a:chOff x="-1951475" y="3597450"/>
            <a:chExt cx="295375" cy="291450"/>
          </a:xfrm>
        </p:grpSpPr>
        <p:sp>
          <p:nvSpPr>
            <p:cNvPr id="26" name="Google Shape;768;p46">
              <a:extLst>
                <a:ext uri="{FF2B5EF4-FFF2-40B4-BE49-F238E27FC236}">
                  <a16:creationId xmlns:a16="http://schemas.microsoft.com/office/drawing/2014/main" id="{AC69F06C-B4E4-E851-264B-89E44F56AF38}"/>
                </a:ext>
              </a:extLst>
            </p:cNvPr>
            <p:cNvSpPr/>
            <p:nvPr/>
          </p:nvSpPr>
          <p:spPr>
            <a:xfrm>
              <a:off x="-1951475" y="3597450"/>
              <a:ext cx="170925" cy="34675"/>
            </a:xfrm>
            <a:custGeom>
              <a:avLst/>
              <a:gdLst/>
              <a:ahLst/>
              <a:cxnLst/>
              <a:rect l="l" t="t" r="r" b="b"/>
              <a:pathLst>
                <a:path w="6837" h="1387" extrusionOk="0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69;p46">
              <a:extLst>
                <a:ext uri="{FF2B5EF4-FFF2-40B4-BE49-F238E27FC236}">
                  <a16:creationId xmlns:a16="http://schemas.microsoft.com/office/drawing/2014/main" id="{29A93767-9109-DA08-09A6-7D7A7CFBAE49}"/>
                </a:ext>
              </a:extLst>
            </p:cNvPr>
            <p:cNvSpPr/>
            <p:nvPr/>
          </p:nvSpPr>
          <p:spPr>
            <a:xfrm>
              <a:off x="-1949900" y="3648650"/>
              <a:ext cx="171725" cy="173300"/>
            </a:xfrm>
            <a:custGeom>
              <a:avLst/>
              <a:gdLst/>
              <a:ahLst/>
              <a:cxnLst/>
              <a:rect l="l" t="t" r="r" b="b"/>
              <a:pathLst>
                <a:path w="6869" h="6932" extrusionOk="0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70;p46">
              <a:extLst>
                <a:ext uri="{FF2B5EF4-FFF2-40B4-BE49-F238E27FC236}">
                  <a16:creationId xmlns:a16="http://schemas.microsoft.com/office/drawing/2014/main" id="{6BAB7B66-50EF-0D4C-08F6-3849846C2267}"/>
                </a:ext>
              </a:extLst>
            </p:cNvPr>
            <p:cNvSpPr/>
            <p:nvPr/>
          </p:nvSpPr>
          <p:spPr>
            <a:xfrm>
              <a:off x="-1951475" y="3838475"/>
              <a:ext cx="170925" cy="50425"/>
            </a:xfrm>
            <a:custGeom>
              <a:avLst/>
              <a:gdLst/>
              <a:ahLst/>
              <a:cxnLst/>
              <a:rect l="l" t="t" r="r" b="b"/>
              <a:pathLst>
                <a:path w="6837" h="2017" extrusionOk="0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71;p46">
              <a:extLst>
                <a:ext uri="{FF2B5EF4-FFF2-40B4-BE49-F238E27FC236}">
                  <a16:creationId xmlns:a16="http://schemas.microsoft.com/office/drawing/2014/main" id="{04260CE4-7A97-DDAE-DC5C-84FAAD5A5B1D}"/>
                </a:ext>
              </a:extLst>
            </p:cNvPr>
            <p:cNvSpPr/>
            <p:nvPr/>
          </p:nvSpPr>
          <p:spPr>
            <a:xfrm>
              <a:off x="-1912900" y="3675825"/>
              <a:ext cx="256800" cy="202825"/>
            </a:xfrm>
            <a:custGeom>
              <a:avLst/>
              <a:gdLst/>
              <a:ahLst/>
              <a:cxnLst/>
              <a:rect l="l" t="t" r="r" b="b"/>
              <a:pathLst>
                <a:path w="10272" h="8113" extrusionOk="0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772;p46">
            <a:extLst>
              <a:ext uri="{FF2B5EF4-FFF2-40B4-BE49-F238E27FC236}">
                <a16:creationId xmlns:a16="http://schemas.microsoft.com/office/drawing/2014/main" id="{BDA1C003-149D-2724-5471-FBA94C942A09}"/>
              </a:ext>
            </a:extLst>
          </p:cNvPr>
          <p:cNvSpPr/>
          <p:nvPr/>
        </p:nvSpPr>
        <p:spPr>
          <a:xfrm>
            <a:off x="7642867" y="400567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773;p46">
            <a:extLst>
              <a:ext uri="{FF2B5EF4-FFF2-40B4-BE49-F238E27FC236}">
                <a16:creationId xmlns:a16="http://schemas.microsoft.com/office/drawing/2014/main" id="{FD8FD7EC-7127-5533-292B-5D0CEF2B1A38}"/>
              </a:ext>
            </a:extLst>
          </p:cNvPr>
          <p:cNvSpPr/>
          <p:nvPr/>
        </p:nvSpPr>
        <p:spPr>
          <a:xfrm>
            <a:off x="7554073" y="563592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4"/>
          <p:cNvSpPr txBox="1">
            <a:spLocks noGrp="1"/>
          </p:cNvSpPr>
          <p:nvPr>
            <p:ph type="title"/>
          </p:nvPr>
        </p:nvSpPr>
        <p:spPr>
          <a:xfrm>
            <a:off x="715050" y="222580"/>
            <a:ext cx="77139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AI Components</a:t>
            </a:r>
            <a:endParaRPr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2BDEB-2133-EA93-FE19-4C4807580768}"/>
              </a:ext>
            </a:extLst>
          </p:cNvPr>
          <p:cNvSpPr>
            <a:spLocks noGrp="1" noChangeArrowheads="1"/>
          </p:cNvSpPr>
          <p:nvPr>
            <p:ph type="subTitle" idx="13"/>
          </p:nvPr>
        </p:nvSpPr>
        <p:spPr bwMode="auto">
          <a:xfrm>
            <a:off x="616040" y="1025279"/>
            <a:ext cx="708905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1. Uses Natural Language Processing (NLP) for Text Analysis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457200" lvl="1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This is the main field. The steps below are </a:t>
            </a:r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part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of NLP.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2. Performs Text Pre-processing: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457200" lvl="1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Tokenization (splitting text)</a:t>
            </a:r>
          </a:p>
          <a:p>
            <a:pPr marL="457200" lvl="1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Stop word removal (cleaning)</a:t>
            </a:r>
          </a:p>
          <a:p>
            <a:pPr marL="457200" lvl="1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Lemmatization (finding root words)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3. Uses Machine Learning (ML) for Similarity Detection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457200" lvl="1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This is the main task you're performing.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4. Applies Specific ML Techniques: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457200" lvl="1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Vectorization (TF-IDF):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Converts text into numerical form.</a:t>
            </a:r>
          </a:p>
          <a:p>
            <a:pPr marL="457200" lvl="1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Cosine Similarity: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Finds related policies based on the numbers.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5. Achieves the Goal: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457200" lvl="1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Retrieves the most relevant policy information based on user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5"/>
          <p:cNvSpPr txBox="1">
            <a:spLocks noGrp="1"/>
          </p:cNvSpPr>
          <p:nvPr>
            <p:ph type="title"/>
          </p:nvPr>
        </p:nvSpPr>
        <p:spPr>
          <a:xfrm>
            <a:off x="610632" y="647520"/>
            <a:ext cx="5224156" cy="13750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NLP Terminologies</a:t>
            </a:r>
            <a:br>
              <a:rPr lang="en-US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</a:br>
            <a:endParaRPr dirty="0"/>
          </a:p>
        </p:txBody>
      </p:sp>
      <p:sp>
        <p:nvSpPr>
          <p:cNvPr id="409" name="Google Shape;409;p35"/>
          <p:cNvSpPr txBox="1">
            <a:spLocks noGrp="1"/>
          </p:cNvSpPr>
          <p:nvPr>
            <p:ph type="subTitle" idx="5"/>
          </p:nvPr>
        </p:nvSpPr>
        <p:spPr>
          <a:xfrm>
            <a:off x="424871" y="1030267"/>
            <a:ext cx="5183938" cy="3976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ts val="4480"/>
              </a:lnSpc>
            </a:pPr>
            <a:endParaRPr lang="en-US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10" name="Google Shape;410;p35"/>
          <p:cNvGrpSpPr/>
          <p:nvPr/>
        </p:nvGrpSpPr>
        <p:grpSpPr>
          <a:xfrm>
            <a:off x="5471132" y="1110402"/>
            <a:ext cx="3211436" cy="3211451"/>
            <a:chOff x="1190500" y="238125"/>
            <a:chExt cx="5237175" cy="5237200"/>
          </a:xfrm>
        </p:grpSpPr>
        <p:sp>
          <p:nvSpPr>
            <p:cNvPr id="411" name="Google Shape;411;p35"/>
            <p:cNvSpPr/>
            <p:nvPr/>
          </p:nvSpPr>
          <p:spPr>
            <a:xfrm>
              <a:off x="1190500" y="238125"/>
              <a:ext cx="5237175" cy="5237200"/>
            </a:xfrm>
            <a:custGeom>
              <a:avLst/>
              <a:gdLst/>
              <a:ahLst/>
              <a:cxnLst/>
              <a:rect l="l" t="t" r="r" b="b"/>
              <a:pathLst>
                <a:path w="209487" h="209488" extrusionOk="0">
                  <a:moveTo>
                    <a:pt x="104743" y="0"/>
                  </a:moveTo>
                  <a:cubicBezTo>
                    <a:pt x="76964" y="0"/>
                    <a:pt x="50321" y="11035"/>
                    <a:pt x="30679" y="30679"/>
                  </a:cubicBezTo>
                  <a:cubicBezTo>
                    <a:pt x="11034" y="50321"/>
                    <a:pt x="0" y="76964"/>
                    <a:pt x="0" y="104744"/>
                  </a:cubicBezTo>
                  <a:cubicBezTo>
                    <a:pt x="0" y="132523"/>
                    <a:pt x="11034" y="159163"/>
                    <a:pt x="30679" y="178808"/>
                  </a:cubicBezTo>
                  <a:cubicBezTo>
                    <a:pt x="50321" y="198449"/>
                    <a:pt x="76964" y="209487"/>
                    <a:pt x="104743" y="209487"/>
                  </a:cubicBezTo>
                  <a:cubicBezTo>
                    <a:pt x="132523" y="209487"/>
                    <a:pt x="159162" y="198449"/>
                    <a:pt x="178807" y="178808"/>
                  </a:cubicBezTo>
                  <a:cubicBezTo>
                    <a:pt x="198449" y="159163"/>
                    <a:pt x="209486" y="132523"/>
                    <a:pt x="209486" y="104744"/>
                  </a:cubicBezTo>
                  <a:cubicBezTo>
                    <a:pt x="209486" y="76964"/>
                    <a:pt x="198449" y="50321"/>
                    <a:pt x="178807" y="30679"/>
                  </a:cubicBezTo>
                  <a:cubicBezTo>
                    <a:pt x="159162" y="11035"/>
                    <a:pt x="132523" y="0"/>
                    <a:pt x="104743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1732050" y="779675"/>
              <a:ext cx="4154050" cy="4154075"/>
            </a:xfrm>
            <a:custGeom>
              <a:avLst/>
              <a:gdLst/>
              <a:ahLst/>
              <a:cxnLst/>
              <a:rect l="l" t="t" r="r" b="b"/>
              <a:pathLst>
                <a:path w="166162" h="166163" extrusionOk="0">
                  <a:moveTo>
                    <a:pt x="83081" y="1"/>
                  </a:moveTo>
                  <a:cubicBezTo>
                    <a:pt x="61045" y="1"/>
                    <a:pt x="39914" y="8753"/>
                    <a:pt x="24335" y="24335"/>
                  </a:cubicBezTo>
                  <a:cubicBezTo>
                    <a:pt x="8753" y="39915"/>
                    <a:pt x="1" y="61046"/>
                    <a:pt x="1" y="83082"/>
                  </a:cubicBezTo>
                  <a:cubicBezTo>
                    <a:pt x="1" y="105114"/>
                    <a:pt x="8753" y="126249"/>
                    <a:pt x="24335" y="141828"/>
                  </a:cubicBezTo>
                  <a:cubicBezTo>
                    <a:pt x="39914" y="157407"/>
                    <a:pt x="61045" y="166162"/>
                    <a:pt x="83081" y="166162"/>
                  </a:cubicBezTo>
                  <a:cubicBezTo>
                    <a:pt x="105114" y="166162"/>
                    <a:pt x="126248" y="157407"/>
                    <a:pt x="141827" y="141828"/>
                  </a:cubicBezTo>
                  <a:cubicBezTo>
                    <a:pt x="157406" y="126249"/>
                    <a:pt x="166162" y="105114"/>
                    <a:pt x="166162" y="83082"/>
                  </a:cubicBezTo>
                  <a:cubicBezTo>
                    <a:pt x="166162" y="61046"/>
                    <a:pt x="157406" y="39915"/>
                    <a:pt x="141827" y="24335"/>
                  </a:cubicBezTo>
                  <a:cubicBezTo>
                    <a:pt x="126248" y="8753"/>
                    <a:pt x="105114" y="1"/>
                    <a:pt x="83081" y="1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2297475" y="1345125"/>
              <a:ext cx="3023200" cy="3023200"/>
            </a:xfrm>
            <a:custGeom>
              <a:avLst/>
              <a:gdLst/>
              <a:ahLst/>
              <a:cxnLst/>
              <a:rect l="l" t="t" r="r" b="b"/>
              <a:pathLst>
                <a:path w="120928" h="120928" extrusionOk="0">
                  <a:moveTo>
                    <a:pt x="60464" y="0"/>
                  </a:moveTo>
                  <a:cubicBezTo>
                    <a:pt x="44429" y="0"/>
                    <a:pt x="29048" y="6371"/>
                    <a:pt x="17710" y="17709"/>
                  </a:cubicBezTo>
                  <a:cubicBezTo>
                    <a:pt x="6372" y="29048"/>
                    <a:pt x="1" y="44429"/>
                    <a:pt x="1" y="60464"/>
                  </a:cubicBezTo>
                  <a:cubicBezTo>
                    <a:pt x="1" y="76499"/>
                    <a:pt x="6372" y="91879"/>
                    <a:pt x="17710" y="103218"/>
                  </a:cubicBezTo>
                  <a:cubicBezTo>
                    <a:pt x="29048" y="114556"/>
                    <a:pt x="44429" y="120927"/>
                    <a:pt x="60464" y="120927"/>
                  </a:cubicBezTo>
                  <a:cubicBezTo>
                    <a:pt x="76499" y="120927"/>
                    <a:pt x="91880" y="114556"/>
                    <a:pt x="103218" y="103218"/>
                  </a:cubicBezTo>
                  <a:cubicBezTo>
                    <a:pt x="114556" y="91879"/>
                    <a:pt x="120927" y="76499"/>
                    <a:pt x="120927" y="60464"/>
                  </a:cubicBezTo>
                  <a:cubicBezTo>
                    <a:pt x="120927" y="44429"/>
                    <a:pt x="114556" y="29048"/>
                    <a:pt x="103218" y="17709"/>
                  </a:cubicBezTo>
                  <a:cubicBezTo>
                    <a:pt x="91880" y="6371"/>
                    <a:pt x="76499" y="0"/>
                    <a:pt x="60464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414;p35"/>
          <p:cNvGrpSpPr/>
          <p:nvPr/>
        </p:nvGrpSpPr>
        <p:grpSpPr>
          <a:xfrm>
            <a:off x="5939256" y="2043474"/>
            <a:ext cx="2170405" cy="1716179"/>
            <a:chOff x="-998762" y="5440800"/>
            <a:chExt cx="3730500" cy="2949775"/>
          </a:xfrm>
        </p:grpSpPr>
        <p:grpSp>
          <p:nvGrpSpPr>
            <p:cNvPr id="415" name="Google Shape;415;p35"/>
            <p:cNvGrpSpPr/>
            <p:nvPr/>
          </p:nvGrpSpPr>
          <p:grpSpPr>
            <a:xfrm>
              <a:off x="-998762" y="5440800"/>
              <a:ext cx="3730500" cy="2949775"/>
              <a:chOff x="2891013" y="7298175"/>
              <a:chExt cx="3730500" cy="2949775"/>
            </a:xfrm>
          </p:grpSpPr>
          <p:sp>
            <p:nvSpPr>
              <p:cNvPr id="416" name="Google Shape;416;p35"/>
              <p:cNvSpPr/>
              <p:nvPr/>
            </p:nvSpPr>
            <p:spPr>
              <a:xfrm>
                <a:off x="4358600" y="9467275"/>
                <a:ext cx="795375" cy="605125"/>
              </a:xfrm>
              <a:custGeom>
                <a:avLst/>
                <a:gdLst/>
                <a:ahLst/>
                <a:cxnLst/>
                <a:rect l="l" t="t" r="r" b="b"/>
                <a:pathLst>
                  <a:path w="31815" h="24205" extrusionOk="0">
                    <a:moveTo>
                      <a:pt x="1" y="1"/>
                    </a:moveTo>
                    <a:lnTo>
                      <a:pt x="1" y="24205"/>
                    </a:lnTo>
                    <a:lnTo>
                      <a:pt x="31815" y="24205"/>
                    </a:lnTo>
                    <a:lnTo>
                      <a:pt x="318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5"/>
              <p:cNvSpPr/>
              <p:nvPr/>
            </p:nvSpPr>
            <p:spPr>
              <a:xfrm>
                <a:off x="4358600" y="9467275"/>
                <a:ext cx="795375" cy="347300"/>
              </a:xfrm>
              <a:custGeom>
                <a:avLst/>
                <a:gdLst/>
                <a:ahLst/>
                <a:cxnLst/>
                <a:rect l="l" t="t" r="r" b="b"/>
                <a:pathLst>
                  <a:path w="31815" h="13892" extrusionOk="0">
                    <a:moveTo>
                      <a:pt x="1" y="1"/>
                    </a:moveTo>
                    <a:lnTo>
                      <a:pt x="1" y="13892"/>
                    </a:lnTo>
                    <a:lnTo>
                      <a:pt x="31815" y="13892"/>
                    </a:lnTo>
                    <a:lnTo>
                      <a:pt x="31815" y="1"/>
                    </a:lnTo>
                    <a:close/>
                  </a:path>
                </a:pathLst>
              </a:custGeom>
              <a:solidFill>
                <a:srgbClr val="012169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5"/>
              <p:cNvSpPr/>
              <p:nvPr/>
            </p:nvSpPr>
            <p:spPr>
              <a:xfrm>
                <a:off x="2891013" y="7298175"/>
                <a:ext cx="3730500" cy="2437800"/>
              </a:xfrm>
              <a:prstGeom prst="roundRect">
                <a:avLst>
                  <a:gd name="adj" fmla="val 220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5"/>
              <p:cNvSpPr/>
              <p:nvPr/>
            </p:nvSpPr>
            <p:spPr>
              <a:xfrm>
                <a:off x="4130313" y="10022650"/>
                <a:ext cx="1251900" cy="2253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0" name="Google Shape;420;p35"/>
            <p:cNvSpPr/>
            <p:nvPr/>
          </p:nvSpPr>
          <p:spPr>
            <a:xfrm>
              <a:off x="788063" y="7598700"/>
              <a:ext cx="156850" cy="156825"/>
            </a:xfrm>
            <a:custGeom>
              <a:avLst/>
              <a:gdLst/>
              <a:ahLst/>
              <a:cxnLst/>
              <a:rect l="l" t="t" r="r" b="b"/>
              <a:pathLst>
                <a:path w="6274" h="6273" extrusionOk="0">
                  <a:moveTo>
                    <a:pt x="3135" y="0"/>
                  </a:moveTo>
                  <a:cubicBezTo>
                    <a:pt x="1406" y="0"/>
                    <a:pt x="1" y="1405"/>
                    <a:pt x="1" y="3138"/>
                  </a:cubicBezTo>
                  <a:cubicBezTo>
                    <a:pt x="1" y="4870"/>
                    <a:pt x="1406" y="6273"/>
                    <a:pt x="3135" y="6273"/>
                  </a:cubicBezTo>
                  <a:cubicBezTo>
                    <a:pt x="4868" y="6273"/>
                    <a:pt x="6273" y="4870"/>
                    <a:pt x="6273" y="3138"/>
                  </a:cubicBezTo>
                  <a:cubicBezTo>
                    <a:pt x="6273" y="1405"/>
                    <a:pt x="4868" y="0"/>
                    <a:pt x="31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-897911" y="5623685"/>
              <a:ext cx="3528900" cy="18594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35"/>
          <p:cNvGrpSpPr/>
          <p:nvPr/>
        </p:nvGrpSpPr>
        <p:grpSpPr>
          <a:xfrm>
            <a:off x="6518226" y="1672491"/>
            <a:ext cx="2001014" cy="1106832"/>
            <a:chOff x="6879411" y="2843904"/>
            <a:chExt cx="1404319" cy="776724"/>
          </a:xfrm>
        </p:grpSpPr>
        <p:grpSp>
          <p:nvGrpSpPr>
            <p:cNvPr id="423" name="Google Shape;423;p35"/>
            <p:cNvGrpSpPr/>
            <p:nvPr/>
          </p:nvGrpSpPr>
          <p:grpSpPr>
            <a:xfrm>
              <a:off x="6879411" y="2843904"/>
              <a:ext cx="1404319" cy="776724"/>
              <a:chOff x="4202297" y="-1870422"/>
              <a:chExt cx="2538997" cy="1404311"/>
            </a:xfrm>
          </p:grpSpPr>
          <p:sp>
            <p:nvSpPr>
              <p:cNvPr id="424" name="Google Shape;424;p35"/>
              <p:cNvSpPr/>
              <p:nvPr/>
            </p:nvSpPr>
            <p:spPr>
              <a:xfrm>
                <a:off x="4202297" y="-1870422"/>
                <a:ext cx="2538997" cy="227172"/>
              </a:xfrm>
              <a:custGeom>
                <a:avLst/>
                <a:gdLst/>
                <a:ahLst/>
                <a:cxnLst/>
                <a:rect l="l" t="t" r="r" b="b"/>
                <a:pathLst>
                  <a:path w="133649" h="11958" extrusionOk="0">
                    <a:moveTo>
                      <a:pt x="4983" y="0"/>
                    </a:moveTo>
                    <a:cubicBezTo>
                      <a:pt x="2232" y="0"/>
                      <a:pt x="0" y="2232"/>
                      <a:pt x="0" y="4983"/>
                    </a:cubicBezTo>
                    <a:lnTo>
                      <a:pt x="0" y="11958"/>
                    </a:lnTo>
                    <a:lnTo>
                      <a:pt x="133648" y="11958"/>
                    </a:lnTo>
                    <a:lnTo>
                      <a:pt x="133648" y="4983"/>
                    </a:lnTo>
                    <a:cubicBezTo>
                      <a:pt x="133648" y="2232"/>
                      <a:pt x="131419" y="0"/>
                      <a:pt x="1286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2"/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5"/>
              <p:cNvSpPr/>
              <p:nvPr/>
            </p:nvSpPr>
            <p:spPr>
              <a:xfrm>
                <a:off x="4202297" y="-1643101"/>
                <a:ext cx="2538997" cy="1176990"/>
              </a:xfrm>
              <a:custGeom>
                <a:avLst/>
                <a:gdLst/>
                <a:ahLst/>
                <a:cxnLst/>
                <a:rect l="l" t="t" r="r" b="b"/>
                <a:pathLst>
                  <a:path w="133649" h="61955" extrusionOk="0">
                    <a:moveTo>
                      <a:pt x="0" y="0"/>
                    </a:moveTo>
                    <a:lnTo>
                      <a:pt x="0" y="56971"/>
                    </a:lnTo>
                    <a:cubicBezTo>
                      <a:pt x="0" y="59722"/>
                      <a:pt x="2232" y="61954"/>
                      <a:pt x="4983" y="61954"/>
                    </a:cubicBezTo>
                    <a:lnTo>
                      <a:pt x="128665" y="61954"/>
                    </a:lnTo>
                    <a:cubicBezTo>
                      <a:pt x="131419" y="61954"/>
                      <a:pt x="133648" y="59722"/>
                      <a:pt x="133648" y="56971"/>
                    </a:cubicBezTo>
                    <a:lnTo>
                      <a:pt x="13364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5"/>
              <p:cNvSpPr/>
              <p:nvPr/>
            </p:nvSpPr>
            <p:spPr>
              <a:xfrm>
                <a:off x="4284841" y="-1807298"/>
                <a:ext cx="71583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768" extrusionOk="0">
                    <a:moveTo>
                      <a:pt x="1882" y="0"/>
                    </a:moveTo>
                    <a:cubicBezTo>
                      <a:pt x="844" y="0"/>
                      <a:pt x="0" y="844"/>
                      <a:pt x="0" y="1882"/>
                    </a:cubicBezTo>
                    <a:cubicBezTo>
                      <a:pt x="0" y="2924"/>
                      <a:pt x="844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35"/>
              <p:cNvSpPr/>
              <p:nvPr/>
            </p:nvSpPr>
            <p:spPr>
              <a:xfrm>
                <a:off x="4447574" y="-1807298"/>
                <a:ext cx="71583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768" extrusionOk="0">
                    <a:moveTo>
                      <a:pt x="1883" y="0"/>
                    </a:moveTo>
                    <a:cubicBezTo>
                      <a:pt x="844" y="0"/>
                      <a:pt x="1" y="844"/>
                      <a:pt x="1" y="1882"/>
                    </a:cubicBezTo>
                    <a:cubicBezTo>
                      <a:pt x="1" y="2924"/>
                      <a:pt x="844" y="3767"/>
                      <a:pt x="1883" y="3767"/>
                    </a:cubicBezTo>
                    <a:cubicBezTo>
                      <a:pt x="2924" y="3767"/>
                      <a:pt x="3768" y="2924"/>
                      <a:pt x="3768" y="1882"/>
                    </a:cubicBezTo>
                    <a:cubicBezTo>
                      <a:pt x="3768" y="844"/>
                      <a:pt x="2924" y="0"/>
                      <a:pt x="18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5"/>
              <p:cNvSpPr/>
              <p:nvPr/>
            </p:nvSpPr>
            <p:spPr>
              <a:xfrm>
                <a:off x="4610326" y="-1807298"/>
                <a:ext cx="71564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7" h="3768" extrusionOk="0">
                    <a:moveTo>
                      <a:pt x="1882" y="0"/>
                    </a:moveTo>
                    <a:cubicBezTo>
                      <a:pt x="841" y="0"/>
                      <a:pt x="0" y="844"/>
                      <a:pt x="0" y="1882"/>
                    </a:cubicBezTo>
                    <a:cubicBezTo>
                      <a:pt x="0" y="2924"/>
                      <a:pt x="841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9" name="Google Shape;429;p35"/>
            <p:cNvGrpSpPr/>
            <p:nvPr/>
          </p:nvGrpSpPr>
          <p:grpSpPr>
            <a:xfrm flipH="1">
              <a:off x="7727981" y="3082508"/>
              <a:ext cx="395014" cy="409310"/>
              <a:chOff x="3357325" y="2093500"/>
              <a:chExt cx="311525" cy="322825"/>
            </a:xfrm>
          </p:grpSpPr>
          <p:sp>
            <p:nvSpPr>
              <p:cNvPr id="430" name="Google Shape;430;p35"/>
              <p:cNvSpPr/>
              <p:nvPr/>
            </p:nvSpPr>
            <p:spPr>
              <a:xfrm>
                <a:off x="3357325" y="2210550"/>
                <a:ext cx="85700" cy="205775"/>
              </a:xfrm>
              <a:custGeom>
                <a:avLst/>
                <a:gdLst/>
                <a:ahLst/>
                <a:cxnLst/>
                <a:rect l="l" t="t" r="r" b="b"/>
                <a:pathLst>
                  <a:path w="3428" h="8231" extrusionOk="0">
                    <a:moveTo>
                      <a:pt x="566" y="1"/>
                    </a:moveTo>
                    <a:cubicBezTo>
                      <a:pt x="253" y="1"/>
                      <a:pt x="0" y="251"/>
                      <a:pt x="0" y="564"/>
                    </a:cubicBezTo>
                    <a:lnTo>
                      <a:pt x="0" y="7664"/>
                    </a:lnTo>
                    <a:cubicBezTo>
                      <a:pt x="0" y="7978"/>
                      <a:pt x="253" y="8231"/>
                      <a:pt x="566" y="8231"/>
                    </a:cubicBezTo>
                    <a:lnTo>
                      <a:pt x="2861" y="8231"/>
                    </a:lnTo>
                    <a:cubicBezTo>
                      <a:pt x="3174" y="8231"/>
                      <a:pt x="3427" y="7978"/>
                      <a:pt x="3427" y="7664"/>
                    </a:cubicBezTo>
                    <a:lnTo>
                      <a:pt x="3427" y="564"/>
                    </a:lnTo>
                    <a:cubicBezTo>
                      <a:pt x="3427" y="251"/>
                      <a:pt x="3174" y="1"/>
                      <a:pt x="28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431" name="Google Shape;431;p35"/>
              <p:cNvSpPr/>
              <p:nvPr/>
            </p:nvSpPr>
            <p:spPr>
              <a:xfrm>
                <a:off x="3471225" y="2152075"/>
                <a:ext cx="84725" cy="264250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570" extrusionOk="0">
                    <a:moveTo>
                      <a:pt x="563" y="0"/>
                    </a:moveTo>
                    <a:cubicBezTo>
                      <a:pt x="253" y="0"/>
                      <a:pt x="0" y="250"/>
                      <a:pt x="0" y="563"/>
                    </a:cubicBezTo>
                    <a:lnTo>
                      <a:pt x="0" y="10003"/>
                    </a:lnTo>
                    <a:cubicBezTo>
                      <a:pt x="0" y="10317"/>
                      <a:pt x="253" y="10570"/>
                      <a:pt x="563" y="10570"/>
                    </a:cubicBezTo>
                    <a:lnTo>
                      <a:pt x="2822" y="10570"/>
                    </a:lnTo>
                    <a:cubicBezTo>
                      <a:pt x="3135" y="10570"/>
                      <a:pt x="3388" y="10317"/>
                      <a:pt x="3388" y="10003"/>
                    </a:cubicBezTo>
                    <a:lnTo>
                      <a:pt x="3388" y="563"/>
                    </a:lnTo>
                    <a:cubicBezTo>
                      <a:pt x="3388" y="250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32" name="Google Shape;432;p35"/>
              <p:cNvSpPr/>
              <p:nvPr/>
            </p:nvSpPr>
            <p:spPr>
              <a:xfrm>
                <a:off x="3584150" y="2093500"/>
                <a:ext cx="84700" cy="322825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12913" extrusionOk="0">
                    <a:moveTo>
                      <a:pt x="563" y="0"/>
                    </a:moveTo>
                    <a:cubicBezTo>
                      <a:pt x="253" y="0"/>
                      <a:pt x="0" y="253"/>
                      <a:pt x="0" y="566"/>
                    </a:cubicBezTo>
                    <a:lnTo>
                      <a:pt x="0" y="12346"/>
                    </a:lnTo>
                    <a:cubicBezTo>
                      <a:pt x="0" y="12660"/>
                      <a:pt x="253" y="12913"/>
                      <a:pt x="563" y="12913"/>
                    </a:cubicBezTo>
                    <a:lnTo>
                      <a:pt x="2822" y="12913"/>
                    </a:lnTo>
                    <a:cubicBezTo>
                      <a:pt x="3135" y="12913"/>
                      <a:pt x="3388" y="12660"/>
                      <a:pt x="3388" y="12346"/>
                    </a:cubicBezTo>
                    <a:lnTo>
                      <a:pt x="3388" y="566"/>
                    </a:lnTo>
                    <a:cubicBezTo>
                      <a:pt x="3388" y="253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433" name="Google Shape;433;p35"/>
            <p:cNvSpPr/>
            <p:nvPr/>
          </p:nvSpPr>
          <p:spPr>
            <a:xfrm>
              <a:off x="7040399" y="3082527"/>
              <a:ext cx="563400" cy="77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5"/>
            <p:cNvSpPr/>
            <p:nvPr/>
          </p:nvSpPr>
          <p:spPr>
            <a:xfrm>
              <a:off x="7040399" y="3195879"/>
              <a:ext cx="563400" cy="296100"/>
            </a:xfrm>
            <a:prstGeom prst="roundRect">
              <a:avLst>
                <a:gd name="adj" fmla="val 17271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35"/>
          <p:cNvGrpSpPr/>
          <p:nvPr/>
        </p:nvGrpSpPr>
        <p:grpSpPr>
          <a:xfrm>
            <a:off x="6178953" y="2516703"/>
            <a:ext cx="554700" cy="554700"/>
            <a:chOff x="1221094" y="2847175"/>
            <a:chExt cx="554700" cy="554700"/>
          </a:xfrm>
        </p:grpSpPr>
        <p:sp>
          <p:nvSpPr>
            <p:cNvPr id="436" name="Google Shape;436;p35"/>
            <p:cNvSpPr/>
            <p:nvPr/>
          </p:nvSpPr>
          <p:spPr>
            <a:xfrm>
              <a:off x="1221094" y="2847175"/>
              <a:ext cx="554700" cy="5547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5"/>
            <p:cNvSpPr/>
            <p:nvPr/>
          </p:nvSpPr>
          <p:spPr>
            <a:xfrm>
              <a:off x="1288144" y="2914222"/>
              <a:ext cx="420600" cy="4206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8" name="Google Shape;438;p35"/>
            <p:cNvGrpSpPr/>
            <p:nvPr/>
          </p:nvGrpSpPr>
          <p:grpSpPr>
            <a:xfrm>
              <a:off x="1389861" y="2980064"/>
              <a:ext cx="217166" cy="258028"/>
              <a:chOff x="-48233050" y="3569725"/>
              <a:chExt cx="252050" cy="299475"/>
            </a:xfrm>
          </p:grpSpPr>
          <p:sp>
            <p:nvSpPr>
              <p:cNvPr id="439" name="Google Shape;439;p35"/>
              <p:cNvSpPr/>
              <p:nvPr/>
            </p:nvSpPr>
            <p:spPr>
              <a:xfrm>
                <a:off x="-48233050" y="3569725"/>
                <a:ext cx="252050" cy="299475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1979" extrusionOk="0">
                    <a:moveTo>
                      <a:pt x="5230" y="1393"/>
                    </a:moveTo>
                    <a:cubicBezTo>
                      <a:pt x="5419" y="1393"/>
                      <a:pt x="5577" y="1551"/>
                      <a:pt x="5577" y="1740"/>
                    </a:cubicBezTo>
                    <a:lnTo>
                      <a:pt x="5577" y="1960"/>
                    </a:lnTo>
                    <a:cubicBezTo>
                      <a:pt x="5703" y="2023"/>
                      <a:pt x="5829" y="2086"/>
                      <a:pt x="5923" y="2181"/>
                    </a:cubicBezTo>
                    <a:lnTo>
                      <a:pt x="6144" y="2055"/>
                    </a:lnTo>
                    <a:cubicBezTo>
                      <a:pt x="6194" y="2025"/>
                      <a:pt x="6251" y="2011"/>
                      <a:pt x="6308" y="2011"/>
                    </a:cubicBezTo>
                    <a:cubicBezTo>
                      <a:pt x="6430" y="2011"/>
                      <a:pt x="6552" y="2074"/>
                      <a:pt x="6616" y="2181"/>
                    </a:cubicBezTo>
                    <a:lnTo>
                      <a:pt x="7309" y="3410"/>
                    </a:lnTo>
                    <a:cubicBezTo>
                      <a:pt x="7467" y="3725"/>
                      <a:pt x="7246" y="3819"/>
                      <a:pt x="6963" y="3977"/>
                    </a:cubicBezTo>
                    <a:lnTo>
                      <a:pt x="6963" y="4386"/>
                    </a:lnTo>
                    <a:cubicBezTo>
                      <a:pt x="7246" y="4544"/>
                      <a:pt x="7467" y="4670"/>
                      <a:pt x="7309" y="4985"/>
                    </a:cubicBezTo>
                    <a:lnTo>
                      <a:pt x="6616" y="6182"/>
                    </a:lnTo>
                    <a:cubicBezTo>
                      <a:pt x="6531" y="6289"/>
                      <a:pt x="6417" y="6366"/>
                      <a:pt x="6303" y="6366"/>
                    </a:cubicBezTo>
                    <a:cubicBezTo>
                      <a:pt x="6249" y="6366"/>
                      <a:pt x="6195" y="6349"/>
                      <a:pt x="6144" y="6308"/>
                    </a:cubicBezTo>
                    <a:lnTo>
                      <a:pt x="5923" y="6182"/>
                    </a:lnTo>
                    <a:cubicBezTo>
                      <a:pt x="5829" y="6277"/>
                      <a:pt x="5703" y="6340"/>
                      <a:pt x="5577" y="6403"/>
                    </a:cubicBezTo>
                    <a:lnTo>
                      <a:pt x="5577" y="6623"/>
                    </a:lnTo>
                    <a:cubicBezTo>
                      <a:pt x="5577" y="6812"/>
                      <a:pt x="5419" y="6970"/>
                      <a:pt x="5230" y="6970"/>
                    </a:cubicBezTo>
                    <a:lnTo>
                      <a:pt x="3812" y="6970"/>
                    </a:lnTo>
                    <a:cubicBezTo>
                      <a:pt x="3623" y="6970"/>
                      <a:pt x="3466" y="6812"/>
                      <a:pt x="3466" y="6623"/>
                    </a:cubicBezTo>
                    <a:lnTo>
                      <a:pt x="3466" y="6403"/>
                    </a:lnTo>
                    <a:cubicBezTo>
                      <a:pt x="3340" y="6340"/>
                      <a:pt x="3214" y="6277"/>
                      <a:pt x="3119" y="6182"/>
                    </a:cubicBezTo>
                    <a:lnTo>
                      <a:pt x="2899" y="6308"/>
                    </a:lnTo>
                    <a:cubicBezTo>
                      <a:pt x="2848" y="6338"/>
                      <a:pt x="2791" y="6352"/>
                      <a:pt x="2734" y="6352"/>
                    </a:cubicBezTo>
                    <a:cubicBezTo>
                      <a:pt x="2613" y="6352"/>
                      <a:pt x="2490" y="6289"/>
                      <a:pt x="2426" y="6182"/>
                    </a:cubicBezTo>
                    <a:lnTo>
                      <a:pt x="1733" y="4985"/>
                    </a:lnTo>
                    <a:cubicBezTo>
                      <a:pt x="1638" y="4827"/>
                      <a:pt x="1670" y="4575"/>
                      <a:pt x="1859" y="4512"/>
                    </a:cubicBezTo>
                    <a:lnTo>
                      <a:pt x="2048" y="4386"/>
                    </a:lnTo>
                    <a:lnTo>
                      <a:pt x="2048" y="3977"/>
                    </a:lnTo>
                    <a:lnTo>
                      <a:pt x="1859" y="3882"/>
                    </a:lnTo>
                    <a:cubicBezTo>
                      <a:pt x="1702" y="3788"/>
                      <a:pt x="1607" y="3536"/>
                      <a:pt x="1733" y="3410"/>
                    </a:cubicBezTo>
                    <a:lnTo>
                      <a:pt x="2426" y="2181"/>
                    </a:lnTo>
                    <a:cubicBezTo>
                      <a:pt x="2490" y="2074"/>
                      <a:pt x="2612" y="1997"/>
                      <a:pt x="2733" y="1997"/>
                    </a:cubicBezTo>
                    <a:cubicBezTo>
                      <a:pt x="2790" y="1997"/>
                      <a:pt x="2848" y="2014"/>
                      <a:pt x="2899" y="2055"/>
                    </a:cubicBezTo>
                    <a:lnTo>
                      <a:pt x="3119" y="2181"/>
                    </a:lnTo>
                    <a:cubicBezTo>
                      <a:pt x="3214" y="2086"/>
                      <a:pt x="3340" y="2023"/>
                      <a:pt x="3466" y="1960"/>
                    </a:cubicBezTo>
                    <a:lnTo>
                      <a:pt x="3466" y="1740"/>
                    </a:lnTo>
                    <a:cubicBezTo>
                      <a:pt x="3466" y="1551"/>
                      <a:pt x="3623" y="1393"/>
                      <a:pt x="3812" y="1393"/>
                    </a:cubicBezTo>
                    <a:close/>
                    <a:moveTo>
                      <a:pt x="4547" y="0"/>
                    </a:moveTo>
                    <a:cubicBezTo>
                      <a:pt x="3499" y="0"/>
                      <a:pt x="2484" y="337"/>
                      <a:pt x="1670" y="984"/>
                    </a:cubicBezTo>
                    <a:cubicBezTo>
                      <a:pt x="630" y="1866"/>
                      <a:pt x="0" y="3158"/>
                      <a:pt x="0" y="4544"/>
                    </a:cubicBezTo>
                    <a:cubicBezTo>
                      <a:pt x="0" y="5804"/>
                      <a:pt x="504" y="6970"/>
                      <a:pt x="1418" y="7852"/>
                    </a:cubicBezTo>
                    <a:lnTo>
                      <a:pt x="1418" y="11632"/>
                    </a:lnTo>
                    <a:cubicBezTo>
                      <a:pt x="1418" y="11821"/>
                      <a:pt x="1575" y="11979"/>
                      <a:pt x="1765" y="11979"/>
                    </a:cubicBezTo>
                    <a:lnTo>
                      <a:pt x="5986" y="11979"/>
                    </a:lnTo>
                    <a:cubicBezTo>
                      <a:pt x="6175" y="11979"/>
                      <a:pt x="6333" y="11821"/>
                      <a:pt x="6333" y="11632"/>
                    </a:cubicBezTo>
                    <a:lnTo>
                      <a:pt x="6333" y="10530"/>
                    </a:lnTo>
                    <a:lnTo>
                      <a:pt x="8097" y="10530"/>
                    </a:lnTo>
                    <a:cubicBezTo>
                      <a:pt x="8286" y="10530"/>
                      <a:pt x="8444" y="10372"/>
                      <a:pt x="8444" y="10183"/>
                    </a:cubicBezTo>
                    <a:lnTo>
                      <a:pt x="8444" y="8387"/>
                    </a:lnTo>
                    <a:lnTo>
                      <a:pt x="9042" y="8387"/>
                    </a:lnTo>
                    <a:cubicBezTo>
                      <a:pt x="9389" y="8387"/>
                      <a:pt x="9767" y="8198"/>
                      <a:pt x="9956" y="7883"/>
                    </a:cubicBezTo>
                    <a:cubicBezTo>
                      <a:pt x="10082" y="7568"/>
                      <a:pt x="10082" y="7190"/>
                      <a:pt x="9924" y="6875"/>
                    </a:cubicBezTo>
                    <a:lnTo>
                      <a:pt x="9042" y="5237"/>
                    </a:lnTo>
                    <a:cubicBezTo>
                      <a:pt x="9137" y="4701"/>
                      <a:pt x="9137" y="4134"/>
                      <a:pt x="9011" y="3599"/>
                    </a:cubicBezTo>
                    <a:cubicBezTo>
                      <a:pt x="8664" y="1866"/>
                      <a:pt x="7246" y="480"/>
                      <a:pt x="5545" y="102"/>
                    </a:cubicBezTo>
                    <a:cubicBezTo>
                      <a:pt x="5213" y="34"/>
                      <a:pt x="4878" y="0"/>
                      <a:pt x="45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35"/>
              <p:cNvSpPr/>
              <p:nvPr/>
            </p:nvSpPr>
            <p:spPr>
              <a:xfrm>
                <a:off x="-48170050" y="3622650"/>
                <a:ext cx="100050" cy="103225"/>
              </a:xfrm>
              <a:custGeom>
                <a:avLst/>
                <a:gdLst/>
                <a:ahLst/>
                <a:cxnLst/>
                <a:rect l="l" t="t" r="r" b="b"/>
                <a:pathLst>
                  <a:path w="4002" h="4129" extrusionOk="0">
                    <a:moveTo>
                      <a:pt x="1985" y="1009"/>
                    </a:moveTo>
                    <a:cubicBezTo>
                      <a:pt x="2584" y="1009"/>
                      <a:pt x="3057" y="1482"/>
                      <a:pt x="3057" y="2080"/>
                    </a:cubicBezTo>
                    <a:cubicBezTo>
                      <a:pt x="3057" y="2647"/>
                      <a:pt x="2584" y="3120"/>
                      <a:pt x="1985" y="3120"/>
                    </a:cubicBezTo>
                    <a:cubicBezTo>
                      <a:pt x="1418" y="3120"/>
                      <a:pt x="946" y="2647"/>
                      <a:pt x="946" y="2080"/>
                    </a:cubicBezTo>
                    <a:cubicBezTo>
                      <a:pt x="946" y="1482"/>
                      <a:pt x="1418" y="1009"/>
                      <a:pt x="1985" y="1009"/>
                    </a:cubicBezTo>
                    <a:close/>
                    <a:moveTo>
                      <a:pt x="1639" y="1"/>
                    </a:moveTo>
                    <a:lnTo>
                      <a:pt x="1639" y="127"/>
                    </a:lnTo>
                    <a:cubicBezTo>
                      <a:pt x="1639" y="284"/>
                      <a:pt x="1576" y="410"/>
                      <a:pt x="1418" y="442"/>
                    </a:cubicBezTo>
                    <a:cubicBezTo>
                      <a:pt x="1198" y="537"/>
                      <a:pt x="1009" y="631"/>
                      <a:pt x="851" y="757"/>
                    </a:cubicBezTo>
                    <a:cubicBezTo>
                      <a:pt x="770" y="818"/>
                      <a:pt x="689" y="853"/>
                      <a:pt x="607" y="853"/>
                    </a:cubicBezTo>
                    <a:cubicBezTo>
                      <a:pt x="562" y="853"/>
                      <a:pt x="518" y="842"/>
                      <a:pt x="473" y="820"/>
                    </a:cubicBezTo>
                    <a:lnTo>
                      <a:pt x="347" y="726"/>
                    </a:lnTo>
                    <a:lnTo>
                      <a:pt x="1" y="1324"/>
                    </a:lnTo>
                    <a:lnTo>
                      <a:pt x="127" y="1387"/>
                    </a:lnTo>
                    <a:cubicBezTo>
                      <a:pt x="221" y="1482"/>
                      <a:pt x="316" y="1639"/>
                      <a:pt x="253" y="1765"/>
                    </a:cubicBezTo>
                    <a:cubicBezTo>
                      <a:pt x="221" y="1986"/>
                      <a:pt x="221" y="2143"/>
                      <a:pt x="253" y="2395"/>
                    </a:cubicBezTo>
                    <a:cubicBezTo>
                      <a:pt x="316" y="2553"/>
                      <a:pt x="221" y="2647"/>
                      <a:pt x="127" y="2742"/>
                    </a:cubicBezTo>
                    <a:lnTo>
                      <a:pt x="1" y="2805"/>
                    </a:lnTo>
                    <a:lnTo>
                      <a:pt x="347" y="3403"/>
                    </a:lnTo>
                    <a:lnTo>
                      <a:pt x="473" y="3340"/>
                    </a:lnTo>
                    <a:cubicBezTo>
                      <a:pt x="532" y="3297"/>
                      <a:pt x="590" y="3273"/>
                      <a:pt x="649" y="3273"/>
                    </a:cubicBezTo>
                    <a:cubicBezTo>
                      <a:pt x="716" y="3273"/>
                      <a:pt x="784" y="3304"/>
                      <a:pt x="851" y="3372"/>
                    </a:cubicBezTo>
                    <a:cubicBezTo>
                      <a:pt x="1009" y="3529"/>
                      <a:pt x="1198" y="3592"/>
                      <a:pt x="1418" y="3687"/>
                    </a:cubicBezTo>
                    <a:cubicBezTo>
                      <a:pt x="1576" y="3718"/>
                      <a:pt x="1639" y="3876"/>
                      <a:pt x="1639" y="4002"/>
                    </a:cubicBezTo>
                    <a:lnTo>
                      <a:pt x="1639" y="4128"/>
                    </a:lnTo>
                    <a:lnTo>
                      <a:pt x="2364" y="4128"/>
                    </a:lnTo>
                    <a:lnTo>
                      <a:pt x="2364" y="4002"/>
                    </a:lnTo>
                    <a:cubicBezTo>
                      <a:pt x="2364" y="3845"/>
                      <a:pt x="2427" y="3718"/>
                      <a:pt x="2584" y="3687"/>
                    </a:cubicBezTo>
                    <a:cubicBezTo>
                      <a:pt x="2805" y="3592"/>
                      <a:pt x="2994" y="3498"/>
                      <a:pt x="3151" y="3372"/>
                    </a:cubicBezTo>
                    <a:cubicBezTo>
                      <a:pt x="3224" y="3317"/>
                      <a:pt x="3298" y="3283"/>
                      <a:pt x="3371" y="3283"/>
                    </a:cubicBezTo>
                    <a:cubicBezTo>
                      <a:pt x="3424" y="3283"/>
                      <a:pt x="3476" y="3301"/>
                      <a:pt x="3529" y="3340"/>
                    </a:cubicBezTo>
                    <a:lnTo>
                      <a:pt x="3655" y="3403"/>
                    </a:lnTo>
                    <a:lnTo>
                      <a:pt x="4002" y="2805"/>
                    </a:lnTo>
                    <a:lnTo>
                      <a:pt x="3876" y="2742"/>
                    </a:lnTo>
                    <a:cubicBezTo>
                      <a:pt x="3781" y="2647"/>
                      <a:pt x="3687" y="2490"/>
                      <a:pt x="3750" y="2395"/>
                    </a:cubicBezTo>
                    <a:cubicBezTo>
                      <a:pt x="3781" y="2143"/>
                      <a:pt x="3781" y="1986"/>
                      <a:pt x="3750" y="1765"/>
                    </a:cubicBezTo>
                    <a:cubicBezTo>
                      <a:pt x="3687" y="1608"/>
                      <a:pt x="3781" y="1482"/>
                      <a:pt x="3876" y="1387"/>
                    </a:cubicBezTo>
                    <a:lnTo>
                      <a:pt x="4002" y="1324"/>
                    </a:lnTo>
                    <a:lnTo>
                      <a:pt x="3655" y="726"/>
                    </a:lnTo>
                    <a:lnTo>
                      <a:pt x="3529" y="820"/>
                    </a:lnTo>
                    <a:cubicBezTo>
                      <a:pt x="3477" y="846"/>
                      <a:pt x="3425" y="861"/>
                      <a:pt x="3373" y="861"/>
                    </a:cubicBezTo>
                    <a:cubicBezTo>
                      <a:pt x="3299" y="861"/>
                      <a:pt x="3225" y="831"/>
                      <a:pt x="3151" y="757"/>
                    </a:cubicBezTo>
                    <a:cubicBezTo>
                      <a:pt x="2994" y="600"/>
                      <a:pt x="2805" y="537"/>
                      <a:pt x="2584" y="442"/>
                    </a:cubicBezTo>
                    <a:cubicBezTo>
                      <a:pt x="2427" y="410"/>
                      <a:pt x="2364" y="253"/>
                      <a:pt x="2364" y="127"/>
                    </a:cubicBezTo>
                    <a:lnTo>
                      <a:pt x="2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35"/>
              <p:cNvSpPr/>
              <p:nvPr/>
            </p:nvSpPr>
            <p:spPr>
              <a:xfrm>
                <a:off x="-48129100" y="3665200"/>
                <a:ext cx="181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68" y="725"/>
                      <a:pt x="726" y="567"/>
                      <a:pt x="726" y="378"/>
                    </a:cubicBezTo>
                    <a:cubicBezTo>
                      <a:pt x="726" y="158"/>
                      <a:pt x="568" y="0"/>
                      <a:pt x="3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2" name="Google Shape;442;p35"/>
          <p:cNvGrpSpPr/>
          <p:nvPr/>
        </p:nvGrpSpPr>
        <p:grpSpPr>
          <a:xfrm>
            <a:off x="7098878" y="2345482"/>
            <a:ext cx="709315" cy="678881"/>
            <a:chOff x="7952500" y="-21825"/>
            <a:chExt cx="1163575" cy="1113650"/>
          </a:xfrm>
        </p:grpSpPr>
        <p:sp>
          <p:nvSpPr>
            <p:cNvPr id="443" name="Google Shape;443;p35"/>
            <p:cNvSpPr/>
            <p:nvPr/>
          </p:nvSpPr>
          <p:spPr>
            <a:xfrm>
              <a:off x="8641100" y="626200"/>
              <a:ext cx="248750" cy="248750"/>
            </a:xfrm>
            <a:custGeom>
              <a:avLst/>
              <a:gdLst/>
              <a:ahLst/>
              <a:cxnLst/>
              <a:rect l="l" t="t" r="r" b="b"/>
              <a:pathLst>
                <a:path w="9950" h="9950" extrusionOk="0">
                  <a:moveTo>
                    <a:pt x="3316" y="1"/>
                  </a:moveTo>
                  <a:lnTo>
                    <a:pt x="1" y="3316"/>
                  </a:lnTo>
                  <a:lnTo>
                    <a:pt x="6635" y="9950"/>
                  </a:lnTo>
                  <a:lnTo>
                    <a:pt x="9950" y="6635"/>
                  </a:lnTo>
                  <a:lnTo>
                    <a:pt x="331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5"/>
            <p:cNvSpPr/>
            <p:nvPr/>
          </p:nvSpPr>
          <p:spPr>
            <a:xfrm>
              <a:off x="7952500" y="-21825"/>
              <a:ext cx="912675" cy="831500"/>
            </a:xfrm>
            <a:custGeom>
              <a:avLst/>
              <a:gdLst/>
              <a:ahLst/>
              <a:cxnLst/>
              <a:rect l="l" t="t" r="r" b="b"/>
              <a:pathLst>
                <a:path w="36507" h="33260" extrusionOk="0">
                  <a:moveTo>
                    <a:pt x="18253" y="4661"/>
                  </a:moveTo>
                  <a:cubicBezTo>
                    <a:pt x="21316" y="4661"/>
                    <a:pt x="24379" y="5829"/>
                    <a:pt x="26715" y="8166"/>
                  </a:cubicBezTo>
                  <a:cubicBezTo>
                    <a:pt x="31391" y="12841"/>
                    <a:pt x="31391" y="20420"/>
                    <a:pt x="26715" y="25095"/>
                  </a:cubicBezTo>
                  <a:cubicBezTo>
                    <a:pt x="24379" y="27432"/>
                    <a:pt x="21316" y="28600"/>
                    <a:pt x="18253" y="28600"/>
                  </a:cubicBezTo>
                  <a:cubicBezTo>
                    <a:pt x="15190" y="28600"/>
                    <a:pt x="12126" y="27432"/>
                    <a:pt x="9789" y="25095"/>
                  </a:cubicBezTo>
                  <a:cubicBezTo>
                    <a:pt x="5116" y="20420"/>
                    <a:pt x="5116" y="12841"/>
                    <a:pt x="9789" y="8166"/>
                  </a:cubicBezTo>
                  <a:cubicBezTo>
                    <a:pt x="12126" y="5829"/>
                    <a:pt x="15190" y="4661"/>
                    <a:pt x="18253" y="4661"/>
                  </a:cubicBezTo>
                  <a:close/>
                  <a:moveTo>
                    <a:pt x="18254" y="1"/>
                  </a:moveTo>
                  <a:cubicBezTo>
                    <a:pt x="13998" y="1"/>
                    <a:pt x="9741" y="1625"/>
                    <a:pt x="6493" y="4873"/>
                  </a:cubicBezTo>
                  <a:cubicBezTo>
                    <a:pt x="0" y="11365"/>
                    <a:pt x="0" y="21896"/>
                    <a:pt x="6493" y="28388"/>
                  </a:cubicBezTo>
                  <a:cubicBezTo>
                    <a:pt x="9741" y="31636"/>
                    <a:pt x="13997" y="33260"/>
                    <a:pt x="18253" y="33260"/>
                  </a:cubicBezTo>
                  <a:cubicBezTo>
                    <a:pt x="22509" y="33260"/>
                    <a:pt x="26765" y="31636"/>
                    <a:pt x="30011" y="28388"/>
                  </a:cubicBezTo>
                  <a:cubicBezTo>
                    <a:pt x="36506" y="21896"/>
                    <a:pt x="36506" y="11365"/>
                    <a:pt x="30011" y="4870"/>
                  </a:cubicBezTo>
                  <a:cubicBezTo>
                    <a:pt x="26765" y="1624"/>
                    <a:pt x="22510" y="1"/>
                    <a:pt x="182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5"/>
            <p:cNvSpPr/>
            <p:nvPr/>
          </p:nvSpPr>
          <p:spPr>
            <a:xfrm>
              <a:off x="8694150" y="679250"/>
              <a:ext cx="421925" cy="412575"/>
            </a:xfrm>
            <a:custGeom>
              <a:avLst/>
              <a:gdLst/>
              <a:ahLst/>
              <a:cxnLst/>
              <a:rect l="l" t="t" r="r" b="b"/>
              <a:pathLst>
                <a:path w="16877" h="16503" extrusionOk="0">
                  <a:moveTo>
                    <a:pt x="5430" y="1"/>
                  </a:moveTo>
                  <a:lnTo>
                    <a:pt x="1" y="5430"/>
                  </a:lnTo>
                  <a:lnTo>
                    <a:pt x="9953" y="15379"/>
                  </a:lnTo>
                  <a:cubicBezTo>
                    <a:pt x="10702" y="16128"/>
                    <a:pt x="11684" y="16502"/>
                    <a:pt x="12666" y="16502"/>
                  </a:cubicBezTo>
                  <a:cubicBezTo>
                    <a:pt x="13648" y="16502"/>
                    <a:pt x="14629" y="16128"/>
                    <a:pt x="15379" y="15379"/>
                  </a:cubicBezTo>
                  <a:cubicBezTo>
                    <a:pt x="16877" y="13880"/>
                    <a:pt x="16877" y="11451"/>
                    <a:pt x="15379" y="9953"/>
                  </a:cubicBezTo>
                  <a:lnTo>
                    <a:pt x="5430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6" name="Google Shape;446;p35"/>
          <p:cNvSpPr/>
          <p:nvPr/>
        </p:nvSpPr>
        <p:spPr>
          <a:xfrm>
            <a:off x="5578234" y="1308104"/>
            <a:ext cx="554700" cy="554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5"/>
          <p:cNvSpPr/>
          <p:nvPr/>
        </p:nvSpPr>
        <p:spPr>
          <a:xfrm>
            <a:off x="6027434" y="1610517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5"/>
          <p:cNvSpPr/>
          <p:nvPr/>
        </p:nvSpPr>
        <p:spPr>
          <a:xfrm>
            <a:off x="7970571" y="3319354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5"/>
          <p:cNvSpPr/>
          <p:nvPr/>
        </p:nvSpPr>
        <p:spPr>
          <a:xfrm>
            <a:off x="8179159" y="3319342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51B7EF2-5221-1DC8-2936-0C9BBA970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49" y="1555055"/>
            <a:ext cx="5907386" cy="284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Tokenization: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Splits text into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Lemmatization: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Converts words to their root form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             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("running" ---&gt; "run").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Stop Word Removal: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Removes filler words (e.g., "and”,  "the").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Vectorization (TF-IDF):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Converts text into numbers.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Cosine Similarity: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Measures how close two texts 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Named Entity Recognition (NER):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Finds key names, dates, or titles.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6"/>
          <p:cNvSpPr txBox="1">
            <a:spLocks noGrp="1"/>
          </p:cNvSpPr>
          <p:nvPr>
            <p:ph type="title"/>
          </p:nvPr>
        </p:nvSpPr>
        <p:spPr>
          <a:xfrm>
            <a:off x="486502" y="343944"/>
            <a:ext cx="7713900" cy="10085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NLP Workflow</a:t>
            </a:r>
            <a:r>
              <a:rPr lang="en" sz="4000" b="0" dirty="0">
                <a:solidFill>
                  <a:schemeClr val="accent2"/>
                </a:solidFill>
              </a:rPr>
              <a:t>→</a:t>
            </a:r>
            <a:endParaRPr sz="4000" b="0" dirty="0">
              <a:solidFill>
                <a:schemeClr val="accent2"/>
              </a:solidFill>
            </a:endParaRPr>
          </a:p>
        </p:txBody>
      </p:sp>
      <p:sp>
        <p:nvSpPr>
          <p:cNvPr id="455" name="Google Shape;455;p36"/>
          <p:cNvSpPr txBox="1">
            <a:spLocks noGrp="1"/>
          </p:cNvSpPr>
          <p:nvPr>
            <p:ph type="subTitle" idx="1"/>
          </p:nvPr>
        </p:nvSpPr>
        <p:spPr>
          <a:xfrm>
            <a:off x="486502" y="912500"/>
            <a:ext cx="7713900" cy="38055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ts val="4480"/>
              </a:lnSpc>
            </a:pPr>
            <a:endParaRPr lang="en-US" sz="13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Load the Data: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File: AI_policy_data.csv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Contains multiple policy descriptions.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Preprocessing: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Text cleaning, tokenization, removing punctuation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TF-IDF vectorization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Training: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Builds a </a:t>
            </a:r>
            <a:r>
              <a:rPr lang="en-US" sz="13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TF-IDF matrix </a:t>
            </a: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the data.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Testing (Example: State Education Policy):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Input: “Describe the State education policy.”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Output: Shows most relevant policy section with similarity score</a:t>
            </a:r>
            <a:endParaRPr sz="1300" dirty="0"/>
          </a:p>
        </p:txBody>
      </p:sp>
      <p:sp>
        <p:nvSpPr>
          <p:cNvPr id="456" name="Google Shape;456;p36"/>
          <p:cNvSpPr/>
          <p:nvPr/>
        </p:nvSpPr>
        <p:spPr>
          <a:xfrm>
            <a:off x="7135975" y="3331325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7" name="Google Shape;457;p36"/>
          <p:cNvGrpSpPr/>
          <p:nvPr/>
        </p:nvGrpSpPr>
        <p:grpSpPr>
          <a:xfrm>
            <a:off x="7364665" y="3456026"/>
            <a:ext cx="835737" cy="835737"/>
            <a:chOff x="7774163" y="804325"/>
            <a:chExt cx="587100" cy="587100"/>
          </a:xfrm>
        </p:grpSpPr>
        <p:sp>
          <p:nvSpPr>
            <p:cNvPr id="458" name="Google Shape;458;p36"/>
            <p:cNvSpPr/>
            <p:nvPr/>
          </p:nvSpPr>
          <p:spPr>
            <a:xfrm>
              <a:off x="7774163" y="8043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7845113" y="8752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0" name="Google Shape;460;p36"/>
            <p:cNvGrpSpPr/>
            <p:nvPr/>
          </p:nvGrpSpPr>
          <p:grpSpPr>
            <a:xfrm>
              <a:off x="7941423" y="971571"/>
              <a:ext cx="252594" cy="252615"/>
              <a:chOff x="-44924250" y="3206000"/>
              <a:chExt cx="300100" cy="300125"/>
            </a:xfrm>
          </p:grpSpPr>
          <p:sp>
            <p:nvSpPr>
              <p:cNvPr id="461" name="Google Shape;461;p36"/>
              <p:cNvSpPr/>
              <p:nvPr/>
            </p:nvSpPr>
            <p:spPr>
              <a:xfrm>
                <a:off x="-44747025" y="3365100"/>
                <a:ext cx="122875" cy="87450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4915" y="3498"/>
                    </a:lnTo>
                    <a:lnTo>
                      <a:pt x="49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36"/>
              <p:cNvSpPr/>
              <p:nvPr/>
            </p:nvSpPr>
            <p:spPr>
              <a:xfrm>
                <a:off x="-44747025" y="3470650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0" y="0"/>
                    </a:moveTo>
                    <a:lnTo>
                      <a:pt x="0" y="347"/>
                    </a:lnTo>
                    <a:cubicBezTo>
                      <a:pt x="0" y="946"/>
                      <a:pt x="473" y="1418"/>
                      <a:pt x="1071" y="1418"/>
                    </a:cubicBezTo>
                    <a:lnTo>
                      <a:pt x="3875" y="1418"/>
                    </a:lnTo>
                    <a:cubicBezTo>
                      <a:pt x="4442" y="1418"/>
                      <a:pt x="4915" y="946"/>
                      <a:pt x="4915" y="347"/>
                    </a:cubicBezTo>
                    <a:lnTo>
                      <a:pt x="491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36"/>
              <p:cNvSpPr/>
              <p:nvPr/>
            </p:nvSpPr>
            <p:spPr>
              <a:xfrm>
                <a:off x="-44747025" y="3313125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1071" y="1"/>
                    </a:moveTo>
                    <a:cubicBezTo>
                      <a:pt x="473" y="1"/>
                      <a:pt x="0" y="473"/>
                      <a:pt x="0" y="1072"/>
                    </a:cubicBezTo>
                    <a:lnTo>
                      <a:pt x="0" y="1418"/>
                    </a:lnTo>
                    <a:lnTo>
                      <a:pt x="4915" y="1418"/>
                    </a:lnTo>
                    <a:lnTo>
                      <a:pt x="4915" y="1072"/>
                    </a:lnTo>
                    <a:cubicBezTo>
                      <a:pt x="4915" y="473"/>
                      <a:pt x="4442" y="1"/>
                      <a:pt x="3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36"/>
              <p:cNvSpPr/>
              <p:nvPr/>
            </p:nvSpPr>
            <p:spPr>
              <a:xfrm>
                <a:off x="-44924250" y="3384000"/>
                <a:ext cx="159125" cy="69350"/>
              </a:xfrm>
              <a:custGeom>
                <a:avLst/>
                <a:gdLst/>
                <a:ahLst/>
                <a:cxnLst/>
                <a:rect l="l" t="t" r="r" b="b"/>
                <a:pathLst>
                  <a:path w="6365" h="2774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32" y="316"/>
                    </a:lnTo>
                    <a:cubicBezTo>
                      <a:pt x="32" y="915"/>
                      <a:pt x="505" y="1387"/>
                      <a:pt x="1103" y="1387"/>
                    </a:cubicBezTo>
                    <a:lnTo>
                      <a:pt x="4254" y="1387"/>
                    </a:lnTo>
                    <a:lnTo>
                      <a:pt x="4254" y="2080"/>
                    </a:lnTo>
                    <a:lnTo>
                      <a:pt x="3183" y="2080"/>
                    </a:lnTo>
                    <a:cubicBezTo>
                      <a:pt x="2994" y="2080"/>
                      <a:pt x="2836" y="2238"/>
                      <a:pt x="2836" y="2427"/>
                    </a:cubicBezTo>
                    <a:cubicBezTo>
                      <a:pt x="2836" y="2647"/>
                      <a:pt x="2994" y="2773"/>
                      <a:pt x="3183" y="2773"/>
                    </a:cubicBezTo>
                    <a:lnTo>
                      <a:pt x="6365" y="2773"/>
                    </a:lnTo>
                    <a:lnTo>
                      <a:pt x="63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36"/>
              <p:cNvSpPr/>
              <p:nvPr/>
            </p:nvSpPr>
            <p:spPr>
              <a:xfrm>
                <a:off x="-44924250" y="3206000"/>
                <a:ext cx="2646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10587" h="6365" extrusionOk="0">
                    <a:moveTo>
                      <a:pt x="1072" y="1"/>
                    </a:moveTo>
                    <a:cubicBezTo>
                      <a:pt x="473" y="1"/>
                      <a:pt x="1" y="473"/>
                      <a:pt x="1" y="1041"/>
                    </a:cubicBezTo>
                    <a:lnTo>
                      <a:pt x="1" y="6365"/>
                    </a:lnTo>
                    <a:lnTo>
                      <a:pt x="6365" y="6365"/>
                    </a:lnTo>
                    <a:lnTo>
                      <a:pt x="6365" y="5357"/>
                    </a:lnTo>
                    <a:cubicBezTo>
                      <a:pt x="6365" y="4349"/>
                      <a:pt x="7152" y="3561"/>
                      <a:pt x="8160" y="3561"/>
                    </a:cubicBezTo>
                    <a:lnTo>
                      <a:pt x="10586" y="3561"/>
                    </a:lnTo>
                    <a:lnTo>
                      <a:pt x="10586" y="1041"/>
                    </a:lnTo>
                    <a:cubicBezTo>
                      <a:pt x="10586" y="473"/>
                      <a:pt x="10114" y="1"/>
                      <a:pt x="95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6" name="Google Shape;466;p36"/>
          <p:cNvSpPr/>
          <p:nvPr/>
        </p:nvSpPr>
        <p:spPr>
          <a:xfrm>
            <a:off x="6577138" y="3912263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6"/>
          <p:cNvSpPr/>
          <p:nvPr/>
        </p:nvSpPr>
        <p:spPr>
          <a:xfrm>
            <a:off x="6764038" y="4079500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8" name="Google Shape;468;p36"/>
          <p:cNvGrpSpPr/>
          <p:nvPr/>
        </p:nvGrpSpPr>
        <p:grpSpPr>
          <a:xfrm>
            <a:off x="6360739" y="2838750"/>
            <a:ext cx="554809" cy="554809"/>
            <a:chOff x="5724800" y="2169125"/>
            <a:chExt cx="587100" cy="587100"/>
          </a:xfrm>
        </p:grpSpPr>
        <p:sp>
          <p:nvSpPr>
            <p:cNvPr id="469" name="Google Shape;469;p36"/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5889083" y="2332610"/>
              <a:ext cx="258497" cy="260131"/>
            </a:xfrm>
            <a:custGeom>
              <a:avLst/>
              <a:gdLst/>
              <a:ahLst/>
              <a:cxnLst/>
              <a:rect l="l" t="t" r="r" b="b"/>
              <a:pathLst>
                <a:path w="42238" h="42505" extrusionOk="0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p36"/>
          <p:cNvSpPr/>
          <p:nvPr/>
        </p:nvSpPr>
        <p:spPr>
          <a:xfrm>
            <a:off x="7729588" y="2807638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Pickle Files</a:t>
            </a:r>
            <a:br>
              <a:rPr lang="en-US" sz="4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</a:br>
            <a:endParaRPr sz="4000" dirty="0"/>
          </a:p>
        </p:txBody>
      </p:sp>
      <p:sp>
        <p:nvSpPr>
          <p:cNvPr id="506" name="Google Shape;506;p39"/>
          <p:cNvSpPr/>
          <p:nvPr/>
        </p:nvSpPr>
        <p:spPr>
          <a:xfrm>
            <a:off x="4507937" y="4005736"/>
            <a:ext cx="127800" cy="127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9"/>
          <p:cNvSpPr txBox="1"/>
          <p:nvPr/>
        </p:nvSpPr>
        <p:spPr>
          <a:xfrm>
            <a:off x="620095" y="1268911"/>
            <a:ext cx="7646936" cy="286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ts val="4480"/>
              </a:lnSpc>
            </a:pPr>
            <a:endParaRPr lang="en-US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Saved model components: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policy_matrix.pkl</a:t>
            </a:r>
            <a:r>
              <a:rPr lang="en-US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(30 MB) → </a:t>
            </a: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Stores trained matrix and </a:t>
            </a:r>
            <a:r>
              <a:rPr lang="en-US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DataFrame</a:t>
            </a: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policy_vectorizer.pkl</a:t>
            </a:r>
            <a:r>
              <a:rPr lang="en-US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(439 KB) → </a:t>
            </a: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Stores TF-IDF vectorizer used for transformation.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Purpose: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To reload models instantly without retraining.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Maintains consistent model behavior during API runs.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9" name="Google Shape;529;p39"/>
          <p:cNvSpPr/>
          <p:nvPr/>
        </p:nvSpPr>
        <p:spPr>
          <a:xfrm>
            <a:off x="8469542" y="282884"/>
            <a:ext cx="554700" cy="554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39"/>
          <p:cNvSpPr/>
          <p:nvPr/>
        </p:nvSpPr>
        <p:spPr>
          <a:xfrm>
            <a:off x="8544022" y="348274"/>
            <a:ext cx="420600" cy="420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3" name="Google Shape;553;p39"/>
          <p:cNvGrpSpPr/>
          <p:nvPr/>
        </p:nvGrpSpPr>
        <p:grpSpPr>
          <a:xfrm>
            <a:off x="8671267" y="432969"/>
            <a:ext cx="333897" cy="269459"/>
            <a:chOff x="3338813" y="-5466364"/>
            <a:chExt cx="649858" cy="524443"/>
          </a:xfrm>
        </p:grpSpPr>
        <p:sp>
          <p:nvSpPr>
            <p:cNvPr id="554" name="Google Shape;554;p39"/>
            <p:cNvSpPr/>
            <p:nvPr/>
          </p:nvSpPr>
          <p:spPr>
            <a:xfrm>
              <a:off x="3505047" y="-5466364"/>
              <a:ext cx="483624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5" name="Google Shape;555;p39"/>
            <p:cNvSpPr/>
            <p:nvPr/>
          </p:nvSpPr>
          <p:spPr>
            <a:xfrm>
              <a:off x="3428636" y="-5029496"/>
              <a:ext cx="143649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556" name="Google Shape;556;p39"/>
            <p:cNvSpPr/>
            <p:nvPr/>
          </p:nvSpPr>
          <p:spPr>
            <a:xfrm>
              <a:off x="3338813" y="-532072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" name="Google Shape;521;p39">
            <a:extLst>
              <a:ext uri="{FF2B5EF4-FFF2-40B4-BE49-F238E27FC236}">
                <a16:creationId xmlns:a16="http://schemas.microsoft.com/office/drawing/2014/main" id="{81A5F6B3-3B24-5ACF-1BBA-EADD272A2203}"/>
              </a:ext>
            </a:extLst>
          </p:cNvPr>
          <p:cNvSpPr/>
          <p:nvPr/>
        </p:nvSpPr>
        <p:spPr>
          <a:xfrm>
            <a:off x="7883948" y="3874"/>
            <a:ext cx="554700" cy="554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522;p39">
            <a:extLst>
              <a:ext uri="{FF2B5EF4-FFF2-40B4-BE49-F238E27FC236}">
                <a16:creationId xmlns:a16="http://schemas.microsoft.com/office/drawing/2014/main" id="{60A36A8C-1456-4901-EDA6-F2C429F7BDE7}"/>
              </a:ext>
            </a:extLst>
          </p:cNvPr>
          <p:cNvSpPr/>
          <p:nvPr/>
        </p:nvSpPr>
        <p:spPr>
          <a:xfrm>
            <a:off x="7963047" y="90775"/>
            <a:ext cx="420600" cy="420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534;p39">
            <a:extLst>
              <a:ext uri="{FF2B5EF4-FFF2-40B4-BE49-F238E27FC236}">
                <a16:creationId xmlns:a16="http://schemas.microsoft.com/office/drawing/2014/main" id="{1CD14AA1-089A-3E67-5250-09409A0B68A1}"/>
              </a:ext>
            </a:extLst>
          </p:cNvPr>
          <p:cNvGrpSpPr/>
          <p:nvPr/>
        </p:nvGrpSpPr>
        <p:grpSpPr>
          <a:xfrm>
            <a:off x="8038352" y="176569"/>
            <a:ext cx="245892" cy="209309"/>
            <a:chOff x="5645200" y="879425"/>
            <a:chExt cx="478575" cy="407375"/>
          </a:xfrm>
        </p:grpSpPr>
        <p:sp>
          <p:nvSpPr>
            <p:cNvPr id="5" name="Google Shape;535;p39">
              <a:extLst>
                <a:ext uri="{FF2B5EF4-FFF2-40B4-BE49-F238E27FC236}">
                  <a16:creationId xmlns:a16="http://schemas.microsoft.com/office/drawing/2014/main" id="{EF290967-B0A4-B43D-6D1D-5D1F41833EDF}"/>
                </a:ext>
              </a:extLst>
            </p:cNvPr>
            <p:cNvSpPr/>
            <p:nvPr/>
          </p:nvSpPr>
          <p:spPr>
            <a:xfrm>
              <a:off x="6004200" y="1075025"/>
              <a:ext cx="86075" cy="93450"/>
            </a:xfrm>
            <a:custGeom>
              <a:avLst/>
              <a:gdLst/>
              <a:ahLst/>
              <a:cxnLst/>
              <a:rect l="l" t="t" r="r" b="b"/>
              <a:pathLst>
                <a:path w="3443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1907" y="3737"/>
                  </a:lnTo>
                  <a:cubicBezTo>
                    <a:pt x="2157" y="3737"/>
                    <a:pt x="2377" y="3574"/>
                    <a:pt x="2449" y="3334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" name="Google Shape;536;p39">
              <a:extLst>
                <a:ext uri="{FF2B5EF4-FFF2-40B4-BE49-F238E27FC236}">
                  <a16:creationId xmlns:a16="http://schemas.microsoft.com/office/drawing/2014/main" id="{D27C841B-B250-1455-1962-952CF4D797BA}"/>
                </a:ext>
              </a:extLst>
            </p:cNvPr>
            <p:cNvSpPr/>
            <p:nvPr/>
          </p:nvSpPr>
          <p:spPr>
            <a:xfrm>
              <a:off x="5880900" y="953275"/>
              <a:ext cx="95100" cy="93525"/>
            </a:xfrm>
            <a:custGeom>
              <a:avLst/>
              <a:gdLst/>
              <a:ahLst/>
              <a:cxnLst/>
              <a:rect l="l" t="t" r="r" b="b"/>
              <a:pathLst>
                <a:path w="3804" h="3741" extrusionOk="0">
                  <a:moveTo>
                    <a:pt x="0" y="1"/>
                  </a:moveTo>
                  <a:lnTo>
                    <a:pt x="0" y="3741"/>
                  </a:lnTo>
                  <a:lnTo>
                    <a:pt x="3804" y="3741"/>
                  </a:lnTo>
                  <a:lnTo>
                    <a:pt x="380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" name="Google Shape;537;p39">
              <a:extLst>
                <a:ext uri="{FF2B5EF4-FFF2-40B4-BE49-F238E27FC236}">
                  <a16:creationId xmlns:a16="http://schemas.microsoft.com/office/drawing/2014/main" id="{FA367A8B-89CA-4E8B-9D34-62E9A74A6113}"/>
                </a:ext>
              </a:extLst>
            </p:cNvPr>
            <p:cNvSpPr/>
            <p:nvPr/>
          </p:nvSpPr>
          <p:spPr>
            <a:xfrm>
              <a:off x="6004200" y="953275"/>
              <a:ext cx="119575" cy="93525"/>
            </a:xfrm>
            <a:custGeom>
              <a:avLst/>
              <a:gdLst/>
              <a:ahLst/>
              <a:cxnLst/>
              <a:rect l="l" t="t" r="r" b="b"/>
              <a:pathLst>
                <a:path w="4783" h="3741" extrusionOk="0">
                  <a:moveTo>
                    <a:pt x="1" y="1"/>
                  </a:moveTo>
                  <a:lnTo>
                    <a:pt x="1" y="3741"/>
                  </a:lnTo>
                  <a:lnTo>
                    <a:pt x="3777" y="3741"/>
                  </a:lnTo>
                  <a:lnTo>
                    <a:pt x="4674" y="727"/>
                  </a:lnTo>
                  <a:cubicBezTo>
                    <a:pt x="4783" y="365"/>
                    <a:pt x="4512" y="1"/>
                    <a:pt x="41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" name="Google Shape;538;p39">
              <a:extLst>
                <a:ext uri="{FF2B5EF4-FFF2-40B4-BE49-F238E27FC236}">
                  <a16:creationId xmlns:a16="http://schemas.microsoft.com/office/drawing/2014/main" id="{9A5B3049-E957-2D0B-3032-ED9176186811}"/>
                </a:ext>
              </a:extLst>
            </p:cNvPr>
            <p:cNvSpPr/>
            <p:nvPr/>
          </p:nvSpPr>
          <p:spPr>
            <a:xfrm>
              <a:off x="5880900" y="1075025"/>
              <a:ext cx="95100" cy="93450"/>
            </a:xfrm>
            <a:custGeom>
              <a:avLst/>
              <a:gdLst/>
              <a:ahLst/>
              <a:cxnLst/>
              <a:rect l="l" t="t" r="r" b="b"/>
              <a:pathLst>
                <a:path w="3804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804" y="3737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539;p39">
              <a:extLst>
                <a:ext uri="{FF2B5EF4-FFF2-40B4-BE49-F238E27FC236}">
                  <a16:creationId xmlns:a16="http://schemas.microsoft.com/office/drawing/2014/main" id="{A7DB350C-0315-A53E-1D17-E498C4631FD7}"/>
                </a:ext>
              </a:extLst>
            </p:cNvPr>
            <p:cNvSpPr/>
            <p:nvPr/>
          </p:nvSpPr>
          <p:spPr>
            <a:xfrm>
              <a:off x="5645200" y="879425"/>
              <a:ext cx="207500" cy="167375"/>
            </a:xfrm>
            <a:custGeom>
              <a:avLst/>
              <a:gdLst/>
              <a:ahLst/>
              <a:cxnLst/>
              <a:rect l="l" t="t" r="r" b="b"/>
              <a:pathLst>
                <a:path w="8300" h="6695" extrusionOk="0">
                  <a:moveTo>
                    <a:pt x="563" y="1"/>
                  </a:moveTo>
                  <a:cubicBezTo>
                    <a:pt x="253" y="1"/>
                    <a:pt x="0" y="254"/>
                    <a:pt x="0" y="564"/>
                  </a:cubicBezTo>
                  <a:cubicBezTo>
                    <a:pt x="0" y="877"/>
                    <a:pt x="253" y="1130"/>
                    <a:pt x="563" y="1130"/>
                  </a:cubicBezTo>
                  <a:lnTo>
                    <a:pt x="2403" y="1130"/>
                  </a:lnTo>
                  <a:lnTo>
                    <a:pt x="3159" y="3672"/>
                  </a:lnTo>
                  <a:cubicBezTo>
                    <a:pt x="3162" y="3678"/>
                    <a:pt x="3162" y="3687"/>
                    <a:pt x="3165" y="3696"/>
                  </a:cubicBezTo>
                  <a:lnTo>
                    <a:pt x="4059" y="6695"/>
                  </a:lnTo>
                  <a:lnTo>
                    <a:pt x="8299" y="6695"/>
                  </a:lnTo>
                  <a:lnTo>
                    <a:pt x="8299" y="2955"/>
                  </a:lnTo>
                  <a:lnTo>
                    <a:pt x="4123" y="2955"/>
                  </a:lnTo>
                  <a:lnTo>
                    <a:pt x="3364" y="404"/>
                  </a:lnTo>
                  <a:cubicBezTo>
                    <a:pt x="3295" y="163"/>
                    <a:pt x="3072" y="1"/>
                    <a:pt x="28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540;p39">
              <a:extLst>
                <a:ext uri="{FF2B5EF4-FFF2-40B4-BE49-F238E27FC236}">
                  <a16:creationId xmlns:a16="http://schemas.microsoft.com/office/drawing/2014/main" id="{DF1064FE-1551-0948-D90A-B302F1F048E1}"/>
                </a:ext>
              </a:extLst>
            </p:cNvPr>
            <p:cNvSpPr/>
            <p:nvPr/>
          </p:nvSpPr>
          <p:spPr>
            <a:xfrm>
              <a:off x="5722500" y="1075025"/>
              <a:ext cx="370875" cy="211775"/>
            </a:xfrm>
            <a:custGeom>
              <a:avLst/>
              <a:gdLst/>
              <a:ahLst/>
              <a:cxnLst/>
              <a:rect l="l" t="t" r="r" b="b"/>
              <a:pathLst>
                <a:path w="14835" h="8471" extrusionOk="0">
                  <a:moveTo>
                    <a:pt x="1305" y="0"/>
                  </a:moveTo>
                  <a:lnTo>
                    <a:pt x="2082" y="2614"/>
                  </a:lnTo>
                  <a:cubicBezTo>
                    <a:pt x="901" y="2701"/>
                    <a:pt x="1" y="3704"/>
                    <a:pt x="40" y="4887"/>
                  </a:cubicBezTo>
                  <a:cubicBezTo>
                    <a:pt x="82" y="6071"/>
                    <a:pt x="1049" y="7010"/>
                    <a:pt x="2232" y="7019"/>
                  </a:cubicBezTo>
                  <a:lnTo>
                    <a:pt x="2795" y="7019"/>
                  </a:lnTo>
                  <a:cubicBezTo>
                    <a:pt x="3045" y="7878"/>
                    <a:pt x="3834" y="8471"/>
                    <a:pt x="4731" y="8471"/>
                  </a:cubicBezTo>
                  <a:cubicBezTo>
                    <a:pt x="5629" y="8471"/>
                    <a:pt x="6418" y="7878"/>
                    <a:pt x="6671" y="7019"/>
                  </a:cubicBezTo>
                  <a:lnTo>
                    <a:pt x="9667" y="7019"/>
                  </a:lnTo>
                  <a:cubicBezTo>
                    <a:pt x="9917" y="7878"/>
                    <a:pt x="10709" y="8471"/>
                    <a:pt x="11606" y="8471"/>
                  </a:cubicBezTo>
                  <a:cubicBezTo>
                    <a:pt x="12500" y="8471"/>
                    <a:pt x="13292" y="7878"/>
                    <a:pt x="13542" y="7019"/>
                  </a:cubicBezTo>
                  <a:lnTo>
                    <a:pt x="14271" y="7019"/>
                  </a:lnTo>
                  <a:cubicBezTo>
                    <a:pt x="14581" y="7019"/>
                    <a:pt x="14834" y="6766"/>
                    <a:pt x="14834" y="6453"/>
                  </a:cubicBezTo>
                  <a:cubicBezTo>
                    <a:pt x="14834" y="6140"/>
                    <a:pt x="14581" y="5890"/>
                    <a:pt x="14271" y="5890"/>
                  </a:cubicBezTo>
                  <a:lnTo>
                    <a:pt x="13542" y="5890"/>
                  </a:lnTo>
                  <a:cubicBezTo>
                    <a:pt x="13292" y="5029"/>
                    <a:pt x="12500" y="4436"/>
                    <a:pt x="11606" y="4436"/>
                  </a:cubicBezTo>
                  <a:cubicBezTo>
                    <a:pt x="10709" y="4436"/>
                    <a:pt x="9917" y="5029"/>
                    <a:pt x="9667" y="5890"/>
                  </a:cubicBezTo>
                  <a:lnTo>
                    <a:pt x="6671" y="5890"/>
                  </a:lnTo>
                  <a:cubicBezTo>
                    <a:pt x="6418" y="5029"/>
                    <a:pt x="5629" y="4436"/>
                    <a:pt x="4731" y="4436"/>
                  </a:cubicBezTo>
                  <a:cubicBezTo>
                    <a:pt x="3834" y="4436"/>
                    <a:pt x="3045" y="5029"/>
                    <a:pt x="2792" y="5890"/>
                  </a:cubicBezTo>
                  <a:lnTo>
                    <a:pt x="2232" y="5890"/>
                  </a:lnTo>
                  <a:cubicBezTo>
                    <a:pt x="1639" y="5890"/>
                    <a:pt x="1157" y="5408"/>
                    <a:pt x="1157" y="4815"/>
                  </a:cubicBezTo>
                  <a:cubicBezTo>
                    <a:pt x="1157" y="4219"/>
                    <a:pt x="1639" y="3737"/>
                    <a:pt x="2232" y="3737"/>
                  </a:cubicBezTo>
                  <a:lnTo>
                    <a:pt x="5207" y="3737"/>
                  </a:lnTo>
                  <a:lnTo>
                    <a:pt x="520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1" name="Google Shape;524;p39">
            <a:extLst>
              <a:ext uri="{FF2B5EF4-FFF2-40B4-BE49-F238E27FC236}">
                <a16:creationId xmlns:a16="http://schemas.microsoft.com/office/drawing/2014/main" id="{E0829347-B4C5-0421-B72B-E0CF74FEEDF4}"/>
              </a:ext>
            </a:extLst>
          </p:cNvPr>
          <p:cNvSpPr/>
          <p:nvPr/>
        </p:nvSpPr>
        <p:spPr>
          <a:xfrm>
            <a:off x="8381218" y="0"/>
            <a:ext cx="420600" cy="420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541;p39">
            <a:extLst>
              <a:ext uri="{FF2B5EF4-FFF2-40B4-BE49-F238E27FC236}">
                <a16:creationId xmlns:a16="http://schemas.microsoft.com/office/drawing/2014/main" id="{AD4CD397-243D-910E-2BAA-E1D20B44C1F1}"/>
              </a:ext>
            </a:extLst>
          </p:cNvPr>
          <p:cNvGrpSpPr/>
          <p:nvPr/>
        </p:nvGrpSpPr>
        <p:grpSpPr>
          <a:xfrm>
            <a:off x="8467737" y="86519"/>
            <a:ext cx="247562" cy="247562"/>
            <a:chOff x="1492675" y="4992125"/>
            <a:chExt cx="481825" cy="481825"/>
          </a:xfrm>
        </p:grpSpPr>
        <p:sp>
          <p:nvSpPr>
            <p:cNvPr id="13" name="Google Shape;542;p39">
              <a:extLst>
                <a:ext uri="{FF2B5EF4-FFF2-40B4-BE49-F238E27FC236}">
                  <a16:creationId xmlns:a16="http://schemas.microsoft.com/office/drawing/2014/main" id="{E3199DAE-443C-CFB2-2499-5F59C406AF52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" name="Google Shape;543;p39">
              <a:extLst>
                <a:ext uri="{FF2B5EF4-FFF2-40B4-BE49-F238E27FC236}">
                  <a16:creationId xmlns:a16="http://schemas.microsoft.com/office/drawing/2014/main" id="{F353DB3D-3883-85EC-4718-519848DCD461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E21586-9E8C-1F19-D489-54A7F051DFEE}"/>
              </a:ext>
            </a:extLst>
          </p:cNvPr>
          <p:cNvSpPr txBox="1"/>
          <p:nvPr/>
        </p:nvSpPr>
        <p:spPr>
          <a:xfrm>
            <a:off x="1093155" y="1756142"/>
            <a:ext cx="59264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/>
              <a:t>Backend-</a:t>
            </a:r>
          </a:p>
          <a:p>
            <a:r>
              <a:rPr lang="en-US" sz="5000" b="1" dirty="0">
                <a:solidFill>
                  <a:schemeClr val="accent3">
                    <a:lumMod val="75000"/>
                  </a:schemeClr>
                </a:solidFill>
              </a:rPr>
              <a:t>Fast-API</a:t>
            </a:r>
            <a:endParaRPr lang="en-IN" sz="50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Google Shape;503;p39">
            <a:extLst>
              <a:ext uri="{FF2B5EF4-FFF2-40B4-BE49-F238E27FC236}">
                <a16:creationId xmlns:a16="http://schemas.microsoft.com/office/drawing/2014/main" id="{A6FA51DF-F350-3C35-04AC-DF7074F99B87}"/>
              </a:ext>
            </a:extLst>
          </p:cNvPr>
          <p:cNvSpPr/>
          <p:nvPr/>
        </p:nvSpPr>
        <p:spPr>
          <a:xfrm>
            <a:off x="5537022" y="736074"/>
            <a:ext cx="1962362" cy="3097301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504;p39">
            <a:extLst>
              <a:ext uri="{FF2B5EF4-FFF2-40B4-BE49-F238E27FC236}">
                <a16:creationId xmlns:a16="http://schemas.microsoft.com/office/drawing/2014/main" id="{94EBCE8E-2215-F8A2-BD27-702AB87C23B1}"/>
              </a:ext>
            </a:extLst>
          </p:cNvPr>
          <p:cNvSpPr/>
          <p:nvPr/>
        </p:nvSpPr>
        <p:spPr>
          <a:xfrm>
            <a:off x="5537021" y="547964"/>
            <a:ext cx="2163189" cy="3632150"/>
          </a:xfrm>
          <a:custGeom>
            <a:avLst/>
            <a:gdLst/>
            <a:ahLst/>
            <a:cxnLst/>
            <a:rect l="l" t="t" r="r" b="b"/>
            <a:pathLst>
              <a:path w="93205" h="189190" extrusionOk="0">
                <a:moveTo>
                  <a:pt x="2870" y="0"/>
                </a:moveTo>
                <a:cubicBezTo>
                  <a:pt x="1280" y="0"/>
                  <a:pt x="0" y="1280"/>
                  <a:pt x="0" y="2914"/>
                </a:cubicBezTo>
                <a:lnTo>
                  <a:pt x="0" y="186320"/>
                </a:lnTo>
                <a:cubicBezTo>
                  <a:pt x="0" y="187909"/>
                  <a:pt x="1280" y="189190"/>
                  <a:pt x="2870" y="189190"/>
                </a:cubicBezTo>
                <a:lnTo>
                  <a:pt x="90334" y="189190"/>
                </a:lnTo>
                <a:cubicBezTo>
                  <a:pt x="91924" y="189190"/>
                  <a:pt x="93204" y="187909"/>
                  <a:pt x="93204" y="186320"/>
                </a:cubicBezTo>
                <a:lnTo>
                  <a:pt x="93204" y="2914"/>
                </a:lnTo>
                <a:cubicBezTo>
                  <a:pt x="93204" y="1280"/>
                  <a:pt x="91924" y="0"/>
                  <a:pt x="9033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oogle Shape;505;p39">
            <a:extLst>
              <a:ext uri="{FF2B5EF4-FFF2-40B4-BE49-F238E27FC236}">
                <a16:creationId xmlns:a16="http://schemas.microsoft.com/office/drawing/2014/main" id="{9288427C-5C62-4BD2-DE48-6310177351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0347" r="30347"/>
          <a:stretch/>
        </p:blipFill>
        <p:spPr>
          <a:xfrm>
            <a:off x="5597903" y="650814"/>
            <a:ext cx="1962422" cy="30975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373FD7-506A-834E-F965-CD3D4D290081}"/>
              </a:ext>
            </a:extLst>
          </p:cNvPr>
          <p:cNvSpPr txBox="1"/>
          <p:nvPr/>
        </p:nvSpPr>
        <p:spPr>
          <a:xfrm>
            <a:off x="522514" y="371260"/>
            <a:ext cx="2090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Part- 2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Organizational chart</a:t>
            </a:r>
            <a:endParaRPr/>
          </a:p>
        </p:txBody>
      </p:sp>
      <p:sp>
        <p:nvSpPr>
          <p:cNvPr id="602" name="Google Shape;602;p41"/>
          <p:cNvSpPr/>
          <p:nvPr/>
        </p:nvSpPr>
        <p:spPr>
          <a:xfrm>
            <a:off x="162808" y="183289"/>
            <a:ext cx="8818383" cy="4776921"/>
          </a:xfrm>
          <a:prstGeom prst="roundRect">
            <a:avLst>
              <a:gd name="adj" fmla="val 8549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endParaRPr dirty="0">
              <a:solidFill>
                <a:schemeClr val="accent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27030-8139-C7C4-CBDF-55B1521E68A1}"/>
              </a:ext>
            </a:extLst>
          </p:cNvPr>
          <p:cNvSpPr txBox="1"/>
          <p:nvPr/>
        </p:nvSpPr>
        <p:spPr>
          <a:xfrm>
            <a:off x="-102462" y="-156183"/>
            <a:ext cx="54038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📂 Project Structure</a:t>
            </a:r>
            <a:endParaRPr lang="en-IN" sz="30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endParaRPr lang="en-IN"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2AF609-54FD-ADBC-52C6-46695C9FAB29}"/>
              </a:ext>
            </a:extLst>
          </p:cNvPr>
          <p:cNvSpPr txBox="1"/>
          <p:nvPr/>
        </p:nvSpPr>
        <p:spPr>
          <a:xfrm>
            <a:off x="403858" y="251229"/>
            <a:ext cx="8641081" cy="48013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900" dirty="0"/>
              <a:t>📁 </a:t>
            </a:r>
            <a:r>
              <a:rPr lang="en-IN" sz="900" dirty="0" err="1"/>
              <a:t>AI_infosys_Policy</a:t>
            </a:r>
            <a:r>
              <a:rPr lang="en-IN" sz="900" dirty="0"/>
              <a:t>/            # Project Root</a:t>
            </a:r>
          </a:p>
          <a:p>
            <a:r>
              <a:rPr lang="en-IN" sz="900" dirty="0"/>
              <a:t>├── 📁 data/                     # Raw datasets (.csv, .</a:t>
            </a:r>
            <a:r>
              <a:rPr lang="en-IN" sz="900" dirty="0" err="1"/>
              <a:t>json</a:t>
            </a:r>
            <a:r>
              <a:rPr lang="en-IN" sz="900" dirty="0"/>
              <a:t>)</a:t>
            </a:r>
          </a:p>
          <a:p>
            <a:r>
              <a:rPr lang="en-IN" sz="900" dirty="0"/>
              <a:t>   ├── AI_policy_data.csv</a:t>
            </a:r>
          </a:p>
          <a:p>
            <a:r>
              <a:rPr lang="en-IN" sz="900" dirty="0"/>
              <a:t>   ├── ... (other data files)</a:t>
            </a:r>
          </a:p>
          <a:p>
            <a:endParaRPr lang="en-IN" sz="900" dirty="0"/>
          </a:p>
          <a:p>
            <a:r>
              <a:rPr lang="en-IN" sz="900" dirty="0"/>
              <a:t>├── 📁 models/                   # Saved/trained models (.</a:t>
            </a:r>
            <a:r>
              <a:rPr lang="en-IN" sz="900" dirty="0" err="1"/>
              <a:t>pkl</a:t>
            </a:r>
            <a:r>
              <a:rPr lang="en-IN" sz="900" dirty="0"/>
              <a:t>, .h5)</a:t>
            </a:r>
          </a:p>
          <a:p>
            <a:r>
              <a:rPr lang="en-IN" sz="900" dirty="0"/>
              <a:t>   ├── model.h5              # Trained </a:t>
            </a:r>
            <a:r>
              <a:rPr lang="en-IN" sz="900" dirty="0" err="1"/>
              <a:t>Keras</a:t>
            </a:r>
            <a:r>
              <a:rPr lang="en-IN" sz="900" dirty="0"/>
              <a:t> model</a:t>
            </a:r>
          </a:p>
          <a:p>
            <a:r>
              <a:rPr lang="en-IN" sz="900" dirty="0"/>
              <a:t>   ├── </a:t>
            </a:r>
            <a:r>
              <a:rPr lang="en-IN" sz="900" dirty="0" err="1"/>
              <a:t>nlp_quantum_models.pkl</a:t>
            </a:r>
            <a:r>
              <a:rPr lang="en-IN" sz="900" dirty="0"/>
              <a:t># Trained Quantum NLP model</a:t>
            </a:r>
          </a:p>
          <a:p>
            <a:r>
              <a:rPr lang="en-IN" sz="900" dirty="0"/>
              <a:t>   ├── </a:t>
            </a:r>
            <a:r>
              <a:rPr lang="en-IN" sz="900" dirty="0" err="1"/>
              <a:t>policy_matrix.pkl</a:t>
            </a:r>
            <a:endParaRPr lang="en-IN" sz="900" dirty="0"/>
          </a:p>
          <a:p>
            <a:r>
              <a:rPr lang="en-IN" sz="900" dirty="0"/>
              <a:t>   └── </a:t>
            </a:r>
            <a:r>
              <a:rPr lang="en-IN" sz="900" dirty="0" err="1"/>
              <a:t>policy_vectorizer.pkl</a:t>
            </a:r>
            <a:endParaRPr lang="en-IN" sz="900" dirty="0"/>
          </a:p>
          <a:p>
            <a:endParaRPr lang="en-IN" sz="900" dirty="0"/>
          </a:p>
          <a:p>
            <a:r>
              <a:rPr lang="en-IN" sz="900" dirty="0"/>
              <a:t>├── 📁 notebooks/                # </a:t>
            </a:r>
            <a:r>
              <a:rPr lang="en-IN" sz="900" dirty="0" err="1"/>
              <a:t>Jupyter</a:t>
            </a:r>
            <a:r>
              <a:rPr lang="en-IN" sz="900" dirty="0"/>
              <a:t> notebooks (experiments)</a:t>
            </a:r>
          </a:p>
          <a:p>
            <a:r>
              <a:rPr lang="en-IN" sz="900" dirty="0"/>
              <a:t>   ├── </a:t>
            </a:r>
            <a:r>
              <a:rPr lang="en-IN" sz="900" dirty="0" err="1"/>
              <a:t>AI_Policy.ipynb</a:t>
            </a:r>
            <a:endParaRPr lang="en-IN" sz="900" dirty="0"/>
          </a:p>
          <a:p>
            <a:r>
              <a:rPr lang="en-IN" sz="900" dirty="0"/>
              <a:t>   └── </a:t>
            </a:r>
            <a:r>
              <a:rPr lang="en-IN" sz="900" dirty="0" err="1"/>
              <a:t>quantum_nlp.ipynb</a:t>
            </a:r>
            <a:endParaRPr lang="en-IN" sz="900" dirty="0"/>
          </a:p>
          <a:p>
            <a:endParaRPr lang="en-IN" sz="900" dirty="0"/>
          </a:p>
          <a:p>
            <a:r>
              <a:rPr lang="en-IN" sz="900" dirty="0"/>
              <a:t>├── 📁 static/                   # Public assets (CSS, JS, images)</a:t>
            </a:r>
          </a:p>
          <a:p>
            <a:r>
              <a:rPr lang="en-IN" sz="900" dirty="0"/>
              <a:t>   └── style.css</a:t>
            </a:r>
          </a:p>
          <a:p>
            <a:endParaRPr lang="en-IN" sz="900" dirty="0"/>
          </a:p>
          <a:p>
            <a:r>
              <a:rPr lang="en-IN" sz="900" dirty="0"/>
              <a:t>├── 📁 templates/                # HTML template files</a:t>
            </a:r>
          </a:p>
          <a:p>
            <a:r>
              <a:rPr lang="en-IN" sz="900" dirty="0"/>
              <a:t>   └── index.html</a:t>
            </a:r>
          </a:p>
          <a:p>
            <a:endParaRPr lang="en-IN" sz="900" dirty="0"/>
          </a:p>
          <a:p>
            <a:r>
              <a:rPr lang="en-IN" sz="900" dirty="0"/>
              <a:t>├── 📁 </a:t>
            </a:r>
            <a:r>
              <a:rPr lang="en-IN" sz="900" dirty="0" err="1"/>
              <a:t>venv</a:t>
            </a:r>
            <a:r>
              <a:rPr lang="en-IN" sz="900" dirty="0"/>
              <a:t>/                     # Python virtual environment (Ignore in Git)</a:t>
            </a:r>
          </a:p>
          <a:p>
            <a:endParaRPr lang="en-IN" sz="900" dirty="0"/>
          </a:p>
          <a:p>
            <a:r>
              <a:rPr lang="en-IN" sz="900" dirty="0"/>
              <a:t>├── .</a:t>
            </a:r>
            <a:r>
              <a:rPr lang="en-IN" sz="900" dirty="0" err="1"/>
              <a:t>gitignore</a:t>
            </a:r>
            <a:r>
              <a:rPr lang="en-IN" sz="900" dirty="0"/>
              <a:t>                # Tells Git which files to ignore</a:t>
            </a:r>
          </a:p>
          <a:p>
            <a:r>
              <a:rPr lang="en-IN" sz="900" dirty="0"/>
              <a:t>├── app.py                    # Core </a:t>
            </a:r>
            <a:r>
              <a:rPr lang="en-IN" sz="900" dirty="0" err="1"/>
              <a:t>FastAPI</a:t>
            </a:r>
            <a:r>
              <a:rPr lang="en-IN" sz="900" dirty="0"/>
              <a:t> app definition</a:t>
            </a:r>
          </a:p>
          <a:p>
            <a:r>
              <a:rPr lang="en-IN" sz="900" dirty="0"/>
              <a:t>├── auth.py                   # User authentication logic</a:t>
            </a:r>
          </a:p>
          <a:p>
            <a:r>
              <a:rPr lang="en-IN" sz="900" dirty="0"/>
              <a:t>├── config.py                 # App configuration &amp; secrets</a:t>
            </a:r>
          </a:p>
          <a:p>
            <a:r>
              <a:rPr lang="en-IN" sz="900" dirty="0"/>
              <a:t>├── db.py                     # Database connection logic</a:t>
            </a:r>
          </a:p>
          <a:p>
            <a:r>
              <a:rPr lang="en-IN" sz="900" dirty="0"/>
              <a:t>├── main.py                   # Main entry point to *run* the app</a:t>
            </a:r>
          </a:p>
          <a:p>
            <a:r>
              <a:rPr lang="en-IN" sz="900" dirty="0"/>
              <a:t>├── model.py                  # Script to *train* ML models</a:t>
            </a:r>
          </a:p>
          <a:p>
            <a:r>
              <a:rPr lang="en-IN" sz="900" dirty="0"/>
              <a:t>├── models.py                 # Database table definitions (</a:t>
            </a:r>
            <a:r>
              <a:rPr lang="en-IN" sz="900" dirty="0" err="1"/>
              <a:t>SQLAlchemy</a:t>
            </a:r>
            <a:r>
              <a:rPr lang="en-IN" sz="900" dirty="0"/>
              <a:t>)</a:t>
            </a:r>
          </a:p>
          <a:p>
            <a:r>
              <a:rPr lang="en-IN" sz="900" dirty="0"/>
              <a:t>├── policy.py                 # API routes related to policies</a:t>
            </a:r>
          </a:p>
          <a:p>
            <a:r>
              <a:rPr lang="en-IN" sz="900" dirty="0"/>
              <a:t>├── requirements.txt          # Project dependencies (for pip)</a:t>
            </a:r>
          </a:p>
          <a:p>
            <a:r>
              <a:rPr lang="en-IN" sz="900" dirty="0"/>
              <a:t>└── schemas.py                # API data validation (</a:t>
            </a:r>
            <a:r>
              <a:rPr lang="en-IN" sz="900" dirty="0" err="1"/>
              <a:t>Pydantic</a:t>
            </a:r>
            <a:r>
              <a:rPr lang="en-IN" sz="900" dirty="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2"/>
          <p:cNvSpPr txBox="1">
            <a:spLocks noGrp="1"/>
          </p:cNvSpPr>
          <p:nvPr>
            <p:ph type="title"/>
          </p:nvPr>
        </p:nvSpPr>
        <p:spPr>
          <a:xfrm>
            <a:off x="536345" y="376871"/>
            <a:ext cx="7713900" cy="66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Market size overview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8CAC977-719B-EA0C-1E0C-91AA319703A6}"/>
              </a:ext>
            </a:extLst>
          </p:cNvPr>
          <p:cNvSpPr/>
          <p:nvPr/>
        </p:nvSpPr>
        <p:spPr>
          <a:xfrm>
            <a:off x="536345" y="1209242"/>
            <a:ext cx="7218946" cy="251711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7FCC8-3417-C52E-4F40-EE48CB7BAD51}"/>
              </a:ext>
            </a:extLst>
          </p:cNvPr>
          <p:cNvSpPr txBox="1"/>
          <p:nvPr/>
        </p:nvSpPr>
        <p:spPr>
          <a:xfrm>
            <a:off x="715069" y="1346389"/>
            <a:ext cx="721894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13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sz="13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Request</a:t>
            </a:r>
          </a:p>
          <a:p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13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fastapi.responses</a:t>
            </a: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sz="13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HTMLResponse</a:t>
            </a:r>
            <a:endParaRPr lang="en-US" sz="13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13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fastapi.templating</a:t>
            </a: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Jinja2Templates</a:t>
            </a:r>
          </a:p>
          <a:p>
            <a:endParaRPr lang="en-US" sz="13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app = </a:t>
            </a:r>
            <a:r>
              <a:rPr lang="en-US" sz="13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()</a:t>
            </a:r>
          </a:p>
          <a:p>
            <a:endParaRPr lang="en-US" sz="13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templates = Jinja2Templates(directory="templates")</a:t>
            </a:r>
          </a:p>
          <a:p>
            <a:endParaRPr lang="en-US" sz="13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@app.get("/", </a:t>
            </a:r>
            <a:r>
              <a:rPr lang="en-US" sz="13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response_class</a:t>
            </a: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=</a:t>
            </a:r>
            <a:r>
              <a:rPr lang="en-US" sz="13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HTMLResponse</a:t>
            </a: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)</a:t>
            </a:r>
          </a:p>
          <a:p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def </a:t>
            </a:r>
            <a:r>
              <a:rPr lang="en-US" sz="13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read_root</a:t>
            </a: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(request: Request):</a:t>
            </a:r>
          </a:p>
          <a:p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return </a:t>
            </a:r>
            <a:r>
              <a:rPr lang="en-US" sz="13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templates.TemplateResponse</a:t>
            </a: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("index.html", {"request": request})</a:t>
            </a:r>
          </a:p>
          <a:p>
            <a:endParaRPr lang="en-US" sz="13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endParaRPr lang="en-US" sz="13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@app.get("/") → Defines the homepage route.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TemplateResponse → Sends HTML to user.</a:t>
            </a:r>
          </a:p>
          <a:p>
            <a:endParaRPr lang="en-IN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3"/>
          <p:cNvSpPr txBox="1">
            <a:spLocks noGrp="1"/>
          </p:cNvSpPr>
          <p:nvPr>
            <p:ph type="title"/>
          </p:nvPr>
        </p:nvSpPr>
        <p:spPr>
          <a:xfrm>
            <a:off x="563826" y="195198"/>
            <a:ext cx="77139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Model Loading in </a:t>
            </a:r>
            <a:r>
              <a:rPr lang="en-US" sz="4000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FastAPI</a:t>
            </a:r>
            <a:br>
              <a:rPr lang="en-US" sz="4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</a:br>
            <a:endParaRPr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265F8F-D255-E521-5596-A7CFAEC4FE4A}"/>
              </a:ext>
            </a:extLst>
          </p:cNvPr>
          <p:cNvSpPr txBox="1"/>
          <p:nvPr/>
        </p:nvSpPr>
        <p:spPr>
          <a:xfrm>
            <a:off x="866274" y="859398"/>
            <a:ext cx="6304547" cy="347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80"/>
              </a:lnSpc>
            </a:pPr>
            <a:endParaRPr lang="en-US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import </a:t>
            </a:r>
            <a:r>
              <a:rPr lang="en-US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joblib</a:t>
            </a:r>
            <a:endParaRPr lang="en-US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sklearn.metrics.pairwise</a:t>
            </a: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cosine_similarity</a:t>
            </a:r>
            <a:endParaRPr lang="en-US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endParaRPr lang="en-US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vectorizer = </a:t>
            </a:r>
            <a:r>
              <a:rPr lang="en-US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joblib.load</a:t>
            </a: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("</a:t>
            </a:r>
            <a:r>
              <a:rPr lang="en-US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scheme_vectorizer.pkl</a:t>
            </a: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")</a:t>
            </a:r>
          </a:p>
          <a:p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data = </a:t>
            </a:r>
            <a:r>
              <a:rPr lang="en-US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joblib.load</a:t>
            </a: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("</a:t>
            </a:r>
            <a:r>
              <a:rPr lang="en-US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scheme_tfidf_matrix.pkl</a:t>
            </a: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")</a:t>
            </a:r>
          </a:p>
          <a:p>
            <a:endParaRPr lang="en-US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tfidf_matrix</a:t>
            </a: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= data["matrix"]</a:t>
            </a:r>
          </a:p>
          <a:p>
            <a:r>
              <a:rPr lang="en-US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df</a:t>
            </a: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= data["</a:t>
            </a:r>
            <a:r>
              <a:rPr lang="en-US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df</a:t>
            </a:r>
            <a:r>
              <a:rPr lang="en-US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"]</a:t>
            </a:r>
          </a:p>
          <a:p>
            <a:endParaRPr lang="en-US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70CD2EA-8D34-D0C4-32F8-A4313DAA0BCB}"/>
              </a:ext>
            </a:extLst>
          </p:cNvPr>
          <p:cNvSpPr/>
          <p:nvPr/>
        </p:nvSpPr>
        <p:spPr>
          <a:xfrm>
            <a:off x="627863" y="850342"/>
            <a:ext cx="5330148" cy="33049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76262-6D70-1D0A-AECB-0E6FC2CEB0D9}"/>
              </a:ext>
            </a:extLst>
          </p:cNvPr>
          <p:cNvSpPr txBox="1"/>
          <p:nvPr/>
        </p:nvSpPr>
        <p:spPr>
          <a:xfrm>
            <a:off x="899658" y="1006711"/>
            <a:ext cx="60567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import </a:t>
            </a:r>
            <a:r>
              <a:rPr lang="en-IN" sz="1200" dirty="0" err="1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joblib</a:t>
            </a:r>
            <a:endParaRPr lang="en-IN" sz="1200" dirty="0">
              <a:solidFill>
                <a:srgbClr val="0070C0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from </a:t>
            </a:r>
            <a:r>
              <a:rPr lang="en-IN" sz="1200" dirty="0" err="1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sklearn.metrics.pairwise</a:t>
            </a:r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import </a:t>
            </a:r>
            <a:r>
              <a:rPr lang="en-IN" sz="1200" dirty="0" err="1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cosine_similarity</a:t>
            </a:r>
            <a:endParaRPr lang="en-IN" sz="1200" dirty="0">
              <a:solidFill>
                <a:srgbClr val="0070C0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from </a:t>
            </a:r>
            <a:r>
              <a:rPr lang="en-IN" sz="1200" dirty="0" err="1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pathlib</a:t>
            </a:r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import Path  # &lt;-- Import the modern path library</a:t>
            </a:r>
          </a:p>
          <a:p>
            <a:endParaRPr lang="en-IN" sz="1200" dirty="0">
              <a:solidFill>
                <a:srgbClr val="0070C0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# 1. Define the path to your models folder</a:t>
            </a:r>
          </a:p>
          <a:p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# This assumes your script is in the root folder (</a:t>
            </a:r>
            <a:r>
              <a:rPr lang="en-IN" sz="1200" dirty="0" err="1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AI_infosys_Policy</a:t>
            </a:r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)</a:t>
            </a:r>
          </a:p>
          <a:p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MODELS_DIR = Path("models")</a:t>
            </a:r>
          </a:p>
          <a:p>
            <a:endParaRPr lang="en-IN" sz="1200" dirty="0">
              <a:solidFill>
                <a:srgbClr val="0070C0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# 2. Load files using the full, correct path</a:t>
            </a:r>
          </a:p>
          <a:p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vectorizer = </a:t>
            </a:r>
            <a:r>
              <a:rPr lang="en-IN" sz="1200" dirty="0" err="1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joblib.load</a:t>
            </a:r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(MODELS_DIR / "</a:t>
            </a:r>
            <a:r>
              <a:rPr lang="en-IN" sz="1200" dirty="0" err="1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policy_vectorizer.pkl</a:t>
            </a:r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")</a:t>
            </a:r>
          </a:p>
          <a:p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data = </a:t>
            </a:r>
            <a:r>
              <a:rPr lang="en-IN" sz="1200" dirty="0" err="1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joblib.load</a:t>
            </a:r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(MODELS_DIR / "</a:t>
            </a:r>
            <a:r>
              <a:rPr lang="en-IN" sz="1200" dirty="0" err="1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policy_matrix.pkl</a:t>
            </a:r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")</a:t>
            </a:r>
          </a:p>
          <a:p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# 3. This part was already correct</a:t>
            </a:r>
          </a:p>
          <a:p>
            <a:r>
              <a:rPr lang="en-IN" sz="1200" dirty="0" err="1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policy_matrix</a:t>
            </a:r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= data["matrix"]</a:t>
            </a:r>
          </a:p>
          <a:p>
            <a:r>
              <a:rPr lang="en-IN" sz="1200" dirty="0" err="1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df</a:t>
            </a:r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= data["</a:t>
            </a:r>
            <a:r>
              <a:rPr lang="en-IN" sz="1200" dirty="0" err="1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df</a:t>
            </a:r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"]</a:t>
            </a:r>
          </a:p>
          <a:p>
            <a:endParaRPr lang="en-IN" sz="1200" dirty="0">
              <a:solidFill>
                <a:srgbClr val="0070C0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r>
              <a:rPr lang="en-IN" sz="1200" dirty="0">
                <a:solidFill>
                  <a:srgbClr val="0070C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print("✅ Models loaded successfully!")</a:t>
            </a:r>
          </a:p>
        </p:txBody>
      </p:sp>
      <p:sp>
        <p:nvSpPr>
          <p:cNvPr id="5" name="Google Shape;456;p36">
            <a:extLst>
              <a:ext uri="{FF2B5EF4-FFF2-40B4-BE49-F238E27FC236}">
                <a16:creationId xmlns:a16="http://schemas.microsoft.com/office/drawing/2014/main" id="{9AA9C943-F454-D786-41FE-E86968ACA0A7}"/>
              </a:ext>
            </a:extLst>
          </p:cNvPr>
          <p:cNvSpPr/>
          <p:nvPr/>
        </p:nvSpPr>
        <p:spPr>
          <a:xfrm>
            <a:off x="7135975" y="3331325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457;p36">
            <a:extLst>
              <a:ext uri="{FF2B5EF4-FFF2-40B4-BE49-F238E27FC236}">
                <a16:creationId xmlns:a16="http://schemas.microsoft.com/office/drawing/2014/main" id="{B2A0541D-4827-185D-37E9-4C2AC600FFC9}"/>
              </a:ext>
            </a:extLst>
          </p:cNvPr>
          <p:cNvGrpSpPr/>
          <p:nvPr/>
        </p:nvGrpSpPr>
        <p:grpSpPr>
          <a:xfrm>
            <a:off x="7364665" y="3456026"/>
            <a:ext cx="835737" cy="835737"/>
            <a:chOff x="7774163" y="804325"/>
            <a:chExt cx="587100" cy="587100"/>
          </a:xfrm>
        </p:grpSpPr>
        <p:sp>
          <p:nvSpPr>
            <p:cNvPr id="7" name="Google Shape;458;p36">
              <a:extLst>
                <a:ext uri="{FF2B5EF4-FFF2-40B4-BE49-F238E27FC236}">
                  <a16:creationId xmlns:a16="http://schemas.microsoft.com/office/drawing/2014/main" id="{55BB4613-447E-06CF-7EFE-FFF50170BAB6}"/>
                </a:ext>
              </a:extLst>
            </p:cNvPr>
            <p:cNvSpPr/>
            <p:nvPr/>
          </p:nvSpPr>
          <p:spPr>
            <a:xfrm>
              <a:off x="7774163" y="8043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59;p36">
              <a:extLst>
                <a:ext uri="{FF2B5EF4-FFF2-40B4-BE49-F238E27FC236}">
                  <a16:creationId xmlns:a16="http://schemas.microsoft.com/office/drawing/2014/main" id="{B95B3DC6-5251-466C-7E45-2F295DD519D4}"/>
                </a:ext>
              </a:extLst>
            </p:cNvPr>
            <p:cNvSpPr/>
            <p:nvPr/>
          </p:nvSpPr>
          <p:spPr>
            <a:xfrm>
              <a:off x="7845113" y="8752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460;p36">
              <a:extLst>
                <a:ext uri="{FF2B5EF4-FFF2-40B4-BE49-F238E27FC236}">
                  <a16:creationId xmlns:a16="http://schemas.microsoft.com/office/drawing/2014/main" id="{AA8FF4C0-CF1F-C026-66F6-C3F5F8964A97}"/>
                </a:ext>
              </a:extLst>
            </p:cNvPr>
            <p:cNvGrpSpPr/>
            <p:nvPr/>
          </p:nvGrpSpPr>
          <p:grpSpPr>
            <a:xfrm>
              <a:off x="7941423" y="971571"/>
              <a:ext cx="252594" cy="252615"/>
              <a:chOff x="-44924250" y="3206000"/>
              <a:chExt cx="300100" cy="300125"/>
            </a:xfrm>
          </p:grpSpPr>
          <p:sp>
            <p:nvSpPr>
              <p:cNvPr id="10" name="Google Shape;461;p36">
                <a:extLst>
                  <a:ext uri="{FF2B5EF4-FFF2-40B4-BE49-F238E27FC236}">
                    <a16:creationId xmlns:a16="http://schemas.microsoft.com/office/drawing/2014/main" id="{F42CF667-143E-BFF9-28F3-B23D2293BFE4}"/>
                  </a:ext>
                </a:extLst>
              </p:cNvPr>
              <p:cNvSpPr/>
              <p:nvPr/>
            </p:nvSpPr>
            <p:spPr>
              <a:xfrm>
                <a:off x="-44747025" y="3365100"/>
                <a:ext cx="122875" cy="87450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4915" y="3498"/>
                    </a:lnTo>
                    <a:lnTo>
                      <a:pt x="49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462;p36">
                <a:extLst>
                  <a:ext uri="{FF2B5EF4-FFF2-40B4-BE49-F238E27FC236}">
                    <a16:creationId xmlns:a16="http://schemas.microsoft.com/office/drawing/2014/main" id="{E123C442-18C6-6954-47AD-6EF4CA6E0F9F}"/>
                  </a:ext>
                </a:extLst>
              </p:cNvPr>
              <p:cNvSpPr/>
              <p:nvPr/>
            </p:nvSpPr>
            <p:spPr>
              <a:xfrm>
                <a:off x="-44747025" y="3470650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0" y="0"/>
                    </a:moveTo>
                    <a:lnTo>
                      <a:pt x="0" y="347"/>
                    </a:lnTo>
                    <a:cubicBezTo>
                      <a:pt x="0" y="946"/>
                      <a:pt x="473" y="1418"/>
                      <a:pt x="1071" y="1418"/>
                    </a:cubicBezTo>
                    <a:lnTo>
                      <a:pt x="3875" y="1418"/>
                    </a:lnTo>
                    <a:cubicBezTo>
                      <a:pt x="4442" y="1418"/>
                      <a:pt x="4915" y="946"/>
                      <a:pt x="4915" y="347"/>
                    </a:cubicBezTo>
                    <a:lnTo>
                      <a:pt x="491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463;p36">
                <a:extLst>
                  <a:ext uri="{FF2B5EF4-FFF2-40B4-BE49-F238E27FC236}">
                    <a16:creationId xmlns:a16="http://schemas.microsoft.com/office/drawing/2014/main" id="{0841F120-2616-1534-61D4-18F5A105B688}"/>
                  </a:ext>
                </a:extLst>
              </p:cNvPr>
              <p:cNvSpPr/>
              <p:nvPr/>
            </p:nvSpPr>
            <p:spPr>
              <a:xfrm>
                <a:off x="-44747025" y="3313125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1071" y="1"/>
                    </a:moveTo>
                    <a:cubicBezTo>
                      <a:pt x="473" y="1"/>
                      <a:pt x="0" y="473"/>
                      <a:pt x="0" y="1072"/>
                    </a:cubicBezTo>
                    <a:lnTo>
                      <a:pt x="0" y="1418"/>
                    </a:lnTo>
                    <a:lnTo>
                      <a:pt x="4915" y="1418"/>
                    </a:lnTo>
                    <a:lnTo>
                      <a:pt x="4915" y="1072"/>
                    </a:lnTo>
                    <a:cubicBezTo>
                      <a:pt x="4915" y="473"/>
                      <a:pt x="4442" y="1"/>
                      <a:pt x="3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464;p36">
                <a:extLst>
                  <a:ext uri="{FF2B5EF4-FFF2-40B4-BE49-F238E27FC236}">
                    <a16:creationId xmlns:a16="http://schemas.microsoft.com/office/drawing/2014/main" id="{9EC88F1C-D836-745A-88EA-324654683A19}"/>
                  </a:ext>
                </a:extLst>
              </p:cNvPr>
              <p:cNvSpPr/>
              <p:nvPr/>
            </p:nvSpPr>
            <p:spPr>
              <a:xfrm>
                <a:off x="-44924250" y="3384000"/>
                <a:ext cx="159125" cy="69350"/>
              </a:xfrm>
              <a:custGeom>
                <a:avLst/>
                <a:gdLst/>
                <a:ahLst/>
                <a:cxnLst/>
                <a:rect l="l" t="t" r="r" b="b"/>
                <a:pathLst>
                  <a:path w="6365" h="2774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32" y="316"/>
                    </a:lnTo>
                    <a:cubicBezTo>
                      <a:pt x="32" y="915"/>
                      <a:pt x="505" y="1387"/>
                      <a:pt x="1103" y="1387"/>
                    </a:cubicBezTo>
                    <a:lnTo>
                      <a:pt x="4254" y="1387"/>
                    </a:lnTo>
                    <a:lnTo>
                      <a:pt x="4254" y="2080"/>
                    </a:lnTo>
                    <a:lnTo>
                      <a:pt x="3183" y="2080"/>
                    </a:lnTo>
                    <a:cubicBezTo>
                      <a:pt x="2994" y="2080"/>
                      <a:pt x="2836" y="2238"/>
                      <a:pt x="2836" y="2427"/>
                    </a:cubicBezTo>
                    <a:cubicBezTo>
                      <a:pt x="2836" y="2647"/>
                      <a:pt x="2994" y="2773"/>
                      <a:pt x="3183" y="2773"/>
                    </a:cubicBezTo>
                    <a:lnTo>
                      <a:pt x="6365" y="2773"/>
                    </a:lnTo>
                    <a:lnTo>
                      <a:pt x="63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465;p36">
                <a:extLst>
                  <a:ext uri="{FF2B5EF4-FFF2-40B4-BE49-F238E27FC236}">
                    <a16:creationId xmlns:a16="http://schemas.microsoft.com/office/drawing/2014/main" id="{5DB4FC7F-B546-E36F-439F-05A996D4194F}"/>
                  </a:ext>
                </a:extLst>
              </p:cNvPr>
              <p:cNvSpPr/>
              <p:nvPr/>
            </p:nvSpPr>
            <p:spPr>
              <a:xfrm>
                <a:off x="-44924250" y="3206000"/>
                <a:ext cx="2646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10587" h="6365" extrusionOk="0">
                    <a:moveTo>
                      <a:pt x="1072" y="1"/>
                    </a:moveTo>
                    <a:cubicBezTo>
                      <a:pt x="473" y="1"/>
                      <a:pt x="1" y="473"/>
                      <a:pt x="1" y="1041"/>
                    </a:cubicBezTo>
                    <a:lnTo>
                      <a:pt x="1" y="6365"/>
                    </a:lnTo>
                    <a:lnTo>
                      <a:pt x="6365" y="6365"/>
                    </a:lnTo>
                    <a:lnTo>
                      <a:pt x="6365" y="5357"/>
                    </a:lnTo>
                    <a:cubicBezTo>
                      <a:pt x="6365" y="4349"/>
                      <a:pt x="7152" y="3561"/>
                      <a:pt x="8160" y="3561"/>
                    </a:cubicBezTo>
                    <a:lnTo>
                      <a:pt x="10586" y="3561"/>
                    </a:lnTo>
                    <a:lnTo>
                      <a:pt x="10586" y="1041"/>
                    </a:lnTo>
                    <a:cubicBezTo>
                      <a:pt x="10586" y="473"/>
                      <a:pt x="10114" y="1"/>
                      <a:pt x="95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" name="Google Shape;466;p36">
            <a:extLst>
              <a:ext uri="{FF2B5EF4-FFF2-40B4-BE49-F238E27FC236}">
                <a16:creationId xmlns:a16="http://schemas.microsoft.com/office/drawing/2014/main" id="{8CAD9873-05E1-6FB6-ADC1-586D2C00EAA8}"/>
              </a:ext>
            </a:extLst>
          </p:cNvPr>
          <p:cNvSpPr/>
          <p:nvPr/>
        </p:nvSpPr>
        <p:spPr>
          <a:xfrm>
            <a:off x="6577138" y="3912263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467;p36">
            <a:extLst>
              <a:ext uri="{FF2B5EF4-FFF2-40B4-BE49-F238E27FC236}">
                <a16:creationId xmlns:a16="http://schemas.microsoft.com/office/drawing/2014/main" id="{699DF580-6A6A-1E72-38E5-B0C2ABCA1BAE}"/>
              </a:ext>
            </a:extLst>
          </p:cNvPr>
          <p:cNvSpPr/>
          <p:nvPr/>
        </p:nvSpPr>
        <p:spPr>
          <a:xfrm>
            <a:off x="6764038" y="4079500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468;p36">
            <a:extLst>
              <a:ext uri="{FF2B5EF4-FFF2-40B4-BE49-F238E27FC236}">
                <a16:creationId xmlns:a16="http://schemas.microsoft.com/office/drawing/2014/main" id="{7A13B500-204A-3FB1-1EF2-B62E4C64A322}"/>
              </a:ext>
            </a:extLst>
          </p:cNvPr>
          <p:cNvGrpSpPr/>
          <p:nvPr/>
        </p:nvGrpSpPr>
        <p:grpSpPr>
          <a:xfrm>
            <a:off x="6360739" y="2838750"/>
            <a:ext cx="554809" cy="554809"/>
            <a:chOff x="5724800" y="2169125"/>
            <a:chExt cx="587100" cy="587100"/>
          </a:xfrm>
        </p:grpSpPr>
        <p:sp>
          <p:nvSpPr>
            <p:cNvPr id="18" name="Google Shape;469;p36">
              <a:extLst>
                <a:ext uri="{FF2B5EF4-FFF2-40B4-BE49-F238E27FC236}">
                  <a16:creationId xmlns:a16="http://schemas.microsoft.com/office/drawing/2014/main" id="{2C999A38-1AF8-F6F8-5CD9-C37D244FDB26}"/>
                </a:ext>
              </a:extLst>
            </p:cNvPr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70;p36">
              <a:extLst>
                <a:ext uri="{FF2B5EF4-FFF2-40B4-BE49-F238E27FC236}">
                  <a16:creationId xmlns:a16="http://schemas.microsoft.com/office/drawing/2014/main" id="{A592DD2D-0D8C-D6E4-153F-BE461357E6D5}"/>
                </a:ext>
              </a:extLst>
            </p:cNvPr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71;p36">
              <a:extLst>
                <a:ext uri="{FF2B5EF4-FFF2-40B4-BE49-F238E27FC236}">
                  <a16:creationId xmlns:a16="http://schemas.microsoft.com/office/drawing/2014/main" id="{82B5E080-A374-970B-F070-4AA340DC57F8}"/>
                </a:ext>
              </a:extLst>
            </p:cNvPr>
            <p:cNvSpPr/>
            <p:nvPr/>
          </p:nvSpPr>
          <p:spPr>
            <a:xfrm>
              <a:off x="5889083" y="2332610"/>
              <a:ext cx="258497" cy="260131"/>
            </a:xfrm>
            <a:custGeom>
              <a:avLst/>
              <a:gdLst/>
              <a:ahLst/>
              <a:cxnLst/>
              <a:rect l="l" t="t" r="r" b="b"/>
              <a:pathLst>
                <a:path w="42238" h="42505" extrusionOk="0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472;p36">
            <a:extLst>
              <a:ext uri="{FF2B5EF4-FFF2-40B4-BE49-F238E27FC236}">
                <a16:creationId xmlns:a16="http://schemas.microsoft.com/office/drawing/2014/main" id="{D9E2FA62-B463-4B95-8E46-8DE4FFF4CD2C}"/>
              </a:ext>
            </a:extLst>
          </p:cNvPr>
          <p:cNvSpPr/>
          <p:nvPr/>
        </p:nvSpPr>
        <p:spPr>
          <a:xfrm>
            <a:off x="7729588" y="2807638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C5DA9684-2E5F-6078-9A51-995E573CA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26" y="4337963"/>
            <a:ext cx="4996881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cosine_similarity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(...)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➡️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query-based policy retrieval.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300" dirty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1300" dirty="0" err="1">
                <a:solidFill>
                  <a:schemeClr val="tx1"/>
                </a:solidFill>
                <a:latin typeface="Arial Unicode MS"/>
              </a:rPr>
              <a:t>joblib.load</a:t>
            </a:r>
            <a:r>
              <a:rPr lang="en-US" altLang="en-US" sz="1300" dirty="0">
                <a:solidFill>
                  <a:schemeClr val="tx1"/>
                </a:solidFill>
                <a:latin typeface="Arial Unicode MS"/>
              </a:rPr>
              <a:t>(...)</a:t>
            </a:r>
            <a:r>
              <a:rPr lang="en-US" altLang="en-US" sz="1300" dirty="0">
                <a:solidFill>
                  <a:schemeClr val="tx1"/>
                </a:solidFill>
              </a:rPr>
              <a:t> ➡️ </a:t>
            </a:r>
            <a:r>
              <a:rPr lang="en-US" altLang="en-US" sz="1300" b="1" dirty="0">
                <a:solidFill>
                  <a:schemeClr val="tx1"/>
                </a:solidFill>
                <a:latin typeface="Arial" panose="020B0604020202020204" pitchFamily="34" charset="0"/>
              </a:rPr>
              <a:t>Loads the pre-trained model files.</a:t>
            </a:r>
            <a:endParaRPr lang="en-US" altLang="en-US" sz="13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30A8A8-E59F-2BD9-8645-58A19076028E}"/>
              </a:ext>
            </a:extLst>
          </p:cNvPr>
          <p:cNvSpPr txBox="1"/>
          <p:nvPr/>
        </p:nvSpPr>
        <p:spPr>
          <a:xfrm>
            <a:off x="1821924" y="2385690"/>
            <a:ext cx="47507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HTML and CSS</a:t>
            </a:r>
            <a:endParaRPr lang="en-IN" sz="5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BF4A6-0355-FA82-E4FB-71E831DFB2C4}"/>
              </a:ext>
            </a:extLst>
          </p:cNvPr>
          <p:cNvSpPr txBox="1"/>
          <p:nvPr/>
        </p:nvSpPr>
        <p:spPr>
          <a:xfrm>
            <a:off x="2344441" y="1152782"/>
            <a:ext cx="346509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Front-End</a:t>
            </a:r>
            <a:endParaRPr lang="en-IN" sz="5000" b="1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" name="Google Shape;410;p35">
            <a:extLst>
              <a:ext uri="{FF2B5EF4-FFF2-40B4-BE49-F238E27FC236}">
                <a16:creationId xmlns:a16="http://schemas.microsoft.com/office/drawing/2014/main" id="{133BB49F-6B9F-2DCA-12B5-055B63406D7C}"/>
              </a:ext>
            </a:extLst>
          </p:cNvPr>
          <p:cNvGrpSpPr/>
          <p:nvPr/>
        </p:nvGrpSpPr>
        <p:grpSpPr>
          <a:xfrm>
            <a:off x="5809535" y="-223384"/>
            <a:ext cx="3211436" cy="3211451"/>
            <a:chOff x="1190500" y="238125"/>
            <a:chExt cx="5237175" cy="5237200"/>
          </a:xfrm>
        </p:grpSpPr>
        <p:sp>
          <p:nvSpPr>
            <p:cNvPr id="5" name="Google Shape;411;p35">
              <a:extLst>
                <a:ext uri="{FF2B5EF4-FFF2-40B4-BE49-F238E27FC236}">
                  <a16:creationId xmlns:a16="http://schemas.microsoft.com/office/drawing/2014/main" id="{C6E82BE8-03F6-52C9-E4E3-F13DAB84CB2C}"/>
                </a:ext>
              </a:extLst>
            </p:cNvPr>
            <p:cNvSpPr/>
            <p:nvPr/>
          </p:nvSpPr>
          <p:spPr>
            <a:xfrm>
              <a:off x="1190500" y="238125"/>
              <a:ext cx="5237175" cy="5237200"/>
            </a:xfrm>
            <a:custGeom>
              <a:avLst/>
              <a:gdLst/>
              <a:ahLst/>
              <a:cxnLst/>
              <a:rect l="l" t="t" r="r" b="b"/>
              <a:pathLst>
                <a:path w="209487" h="209488" extrusionOk="0">
                  <a:moveTo>
                    <a:pt x="104743" y="0"/>
                  </a:moveTo>
                  <a:cubicBezTo>
                    <a:pt x="76964" y="0"/>
                    <a:pt x="50321" y="11035"/>
                    <a:pt x="30679" y="30679"/>
                  </a:cubicBezTo>
                  <a:cubicBezTo>
                    <a:pt x="11034" y="50321"/>
                    <a:pt x="0" y="76964"/>
                    <a:pt x="0" y="104744"/>
                  </a:cubicBezTo>
                  <a:cubicBezTo>
                    <a:pt x="0" y="132523"/>
                    <a:pt x="11034" y="159163"/>
                    <a:pt x="30679" y="178808"/>
                  </a:cubicBezTo>
                  <a:cubicBezTo>
                    <a:pt x="50321" y="198449"/>
                    <a:pt x="76964" y="209487"/>
                    <a:pt x="104743" y="209487"/>
                  </a:cubicBezTo>
                  <a:cubicBezTo>
                    <a:pt x="132523" y="209487"/>
                    <a:pt x="159162" y="198449"/>
                    <a:pt x="178807" y="178808"/>
                  </a:cubicBezTo>
                  <a:cubicBezTo>
                    <a:pt x="198449" y="159163"/>
                    <a:pt x="209486" y="132523"/>
                    <a:pt x="209486" y="104744"/>
                  </a:cubicBezTo>
                  <a:cubicBezTo>
                    <a:pt x="209486" y="76964"/>
                    <a:pt x="198449" y="50321"/>
                    <a:pt x="178807" y="30679"/>
                  </a:cubicBezTo>
                  <a:cubicBezTo>
                    <a:pt x="159162" y="11035"/>
                    <a:pt x="132523" y="0"/>
                    <a:pt x="104743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12;p35">
              <a:extLst>
                <a:ext uri="{FF2B5EF4-FFF2-40B4-BE49-F238E27FC236}">
                  <a16:creationId xmlns:a16="http://schemas.microsoft.com/office/drawing/2014/main" id="{C1EB994D-EC8C-26B6-CD9A-71F754F89835}"/>
                </a:ext>
              </a:extLst>
            </p:cNvPr>
            <p:cNvSpPr/>
            <p:nvPr/>
          </p:nvSpPr>
          <p:spPr>
            <a:xfrm>
              <a:off x="1732050" y="779675"/>
              <a:ext cx="4154050" cy="4154075"/>
            </a:xfrm>
            <a:custGeom>
              <a:avLst/>
              <a:gdLst/>
              <a:ahLst/>
              <a:cxnLst/>
              <a:rect l="l" t="t" r="r" b="b"/>
              <a:pathLst>
                <a:path w="166162" h="166163" extrusionOk="0">
                  <a:moveTo>
                    <a:pt x="83081" y="1"/>
                  </a:moveTo>
                  <a:cubicBezTo>
                    <a:pt x="61045" y="1"/>
                    <a:pt x="39914" y="8753"/>
                    <a:pt x="24335" y="24335"/>
                  </a:cubicBezTo>
                  <a:cubicBezTo>
                    <a:pt x="8753" y="39915"/>
                    <a:pt x="1" y="61046"/>
                    <a:pt x="1" y="83082"/>
                  </a:cubicBezTo>
                  <a:cubicBezTo>
                    <a:pt x="1" y="105114"/>
                    <a:pt x="8753" y="126249"/>
                    <a:pt x="24335" y="141828"/>
                  </a:cubicBezTo>
                  <a:cubicBezTo>
                    <a:pt x="39914" y="157407"/>
                    <a:pt x="61045" y="166162"/>
                    <a:pt x="83081" y="166162"/>
                  </a:cubicBezTo>
                  <a:cubicBezTo>
                    <a:pt x="105114" y="166162"/>
                    <a:pt x="126248" y="157407"/>
                    <a:pt x="141827" y="141828"/>
                  </a:cubicBezTo>
                  <a:cubicBezTo>
                    <a:pt x="157406" y="126249"/>
                    <a:pt x="166162" y="105114"/>
                    <a:pt x="166162" y="83082"/>
                  </a:cubicBezTo>
                  <a:cubicBezTo>
                    <a:pt x="166162" y="61046"/>
                    <a:pt x="157406" y="39915"/>
                    <a:pt x="141827" y="24335"/>
                  </a:cubicBezTo>
                  <a:cubicBezTo>
                    <a:pt x="126248" y="8753"/>
                    <a:pt x="105114" y="1"/>
                    <a:pt x="83081" y="1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13;p35">
              <a:extLst>
                <a:ext uri="{FF2B5EF4-FFF2-40B4-BE49-F238E27FC236}">
                  <a16:creationId xmlns:a16="http://schemas.microsoft.com/office/drawing/2014/main" id="{E2B95A1B-E590-0692-ED99-8C4AC833A004}"/>
                </a:ext>
              </a:extLst>
            </p:cNvPr>
            <p:cNvSpPr/>
            <p:nvPr/>
          </p:nvSpPr>
          <p:spPr>
            <a:xfrm>
              <a:off x="2297475" y="1345125"/>
              <a:ext cx="3023200" cy="3023200"/>
            </a:xfrm>
            <a:custGeom>
              <a:avLst/>
              <a:gdLst/>
              <a:ahLst/>
              <a:cxnLst/>
              <a:rect l="l" t="t" r="r" b="b"/>
              <a:pathLst>
                <a:path w="120928" h="120928" extrusionOk="0">
                  <a:moveTo>
                    <a:pt x="60464" y="0"/>
                  </a:moveTo>
                  <a:cubicBezTo>
                    <a:pt x="44429" y="0"/>
                    <a:pt x="29048" y="6371"/>
                    <a:pt x="17710" y="17709"/>
                  </a:cubicBezTo>
                  <a:cubicBezTo>
                    <a:pt x="6372" y="29048"/>
                    <a:pt x="1" y="44429"/>
                    <a:pt x="1" y="60464"/>
                  </a:cubicBezTo>
                  <a:cubicBezTo>
                    <a:pt x="1" y="76499"/>
                    <a:pt x="6372" y="91879"/>
                    <a:pt x="17710" y="103218"/>
                  </a:cubicBezTo>
                  <a:cubicBezTo>
                    <a:pt x="29048" y="114556"/>
                    <a:pt x="44429" y="120927"/>
                    <a:pt x="60464" y="120927"/>
                  </a:cubicBezTo>
                  <a:cubicBezTo>
                    <a:pt x="76499" y="120927"/>
                    <a:pt x="91880" y="114556"/>
                    <a:pt x="103218" y="103218"/>
                  </a:cubicBezTo>
                  <a:cubicBezTo>
                    <a:pt x="114556" y="91879"/>
                    <a:pt x="120927" y="76499"/>
                    <a:pt x="120927" y="60464"/>
                  </a:cubicBezTo>
                  <a:cubicBezTo>
                    <a:pt x="120927" y="44429"/>
                    <a:pt x="114556" y="29048"/>
                    <a:pt x="103218" y="17709"/>
                  </a:cubicBezTo>
                  <a:cubicBezTo>
                    <a:pt x="91880" y="6371"/>
                    <a:pt x="76499" y="0"/>
                    <a:pt x="60464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414;p35">
            <a:extLst>
              <a:ext uri="{FF2B5EF4-FFF2-40B4-BE49-F238E27FC236}">
                <a16:creationId xmlns:a16="http://schemas.microsoft.com/office/drawing/2014/main" id="{43EE1ADF-23AD-DD7E-5AFF-CAD78ED8FC1F}"/>
              </a:ext>
            </a:extLst>
          </p:cNvPr>
          <p:cNvGrpSpPr/>
          <p:nvPr/>
        </p:nvGrpSpPr>
        <p:grpSpPr>
          <a:xfrm>
            <a:off x="6277659" y="709688"/>
            <a:ext cx="2170405" cy="1716179"/>
            <a:chOff x="-998762" y="5440800"/>
            <a:chExt cx="3730500" cy="2949775"/>
          </a:xfrm>
        </p:grpSpPr>
        <p:grpSp>
          <p:nvGrpSpPr>
            <p:cNvPr id="9" name="Google Shape;415;p35">
              <a:extLst>
                <a:ext uri="{FF2B5EF4-FFF2-40B4-BE49-F238E27FC236}">
                  <a16:creationId xmlns:a16="http://schemas.microsoft.com/office/drawing/2014/main" id="{49A63657-08AC-0162-0DCB-35ECB2BB99E9}"/>
                </a:ext>
              </a:extLst>
            </p:cNvPr>
            <p:cNvGrpSpPr/>
            <p:nvPr/>
          </p:nvGrpSpPr>
          <p:grpSpPr>
            <a:xfrm>
              <a:off x="-998762" y="5440800"/>
              <a:ext cx="3730500" cy="2949775"/>
              <a:chOff x="2891013" y="7298175"/>
              <a:chExt cx="3730500" cy="2949775"/>
            </a:xfrm>
          </p:grpSpPr>
          <p:sp>
            <p:nvSpPr>
              <p:cNvPr id="12" name="Google Shape;416;p35">
                <a:extLst>
                  <a:ext uri="{FF2B5EF4-FFF2-40B4-BE49-F238E27FC236}">
                    <a16:creationId xmlns:a16="http://schemas.microsoft.com/office/drawing/2014/main" id="{A9880D24-5634-9A09-A58A-EF2920207183}"/>
                  </a:ext>
                </a:extLst>
              </p:cNvPr>
              <p:cNvSpPr/>
              <p:nvPr/>
            </p:nvSpPr>
            <p:spPr>
              <a:xfrm>
                <a:off x="4358600" y="9467275"/>
                <a:ext cx="795375" cy="605125"/>
              </a:xfrm>
              <a:custGeom>
                <a:avLst/>
                <a:gdLst/>
                <a:ahLst/>
                <a:cxnLst/>
                <a:rect l="l" t="t" r="r" b="b"/>
                <a:pathLst>
                  <a:path w="31815" h="24205" extrusionOk="0">
                    <a:moveTo>
                      <a:pt x="1" y="1"/>
                    </a:moveTo>
                    <a:lnTo>
                      <a:pt x="1" y="24205"/>
                    </a:lnTo>
                    <a:lnTo>
                      <a:pt x="31815" y="24205"/>
                    </a:lnTo>
                    <a:lnTo>
                      <a:pt x="318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417;p35">
                <a:extLst>
                  <a:ext uri="{FF2B5EF4-FFF2-40B4-BE49-F238E27FC236}">
                    <a16:creationId xmlns:a16="http://schemas.microsoft.com/office/drawing/2014/main" id="{2A37164E-15D3-1B73-A2FF-BF418E666F3C}"/>
                  </a:ext>
                </a:extLst>
              </p:cNvPr>
              <p:cNvSpPr/>
              <p:nvPr/>
            </p:nvSpPr>
            <p:spPr>
              <a:xfrm>
                <a:off x="4358600" y="9467275"/>
                <a:ext cx="795375" cy="347300"/>
              </a:xfrm>
              <a:custGeom>
                <a:avLst/>
                <a:gdLst/>
                <a:ahLst/>
                <a:cxnLst/>
                <a:rect l="l" t="t" r="r" b="b"/>
                <a:pathLst>
                  <a:path w="31815" h="13892" extrusionOk="0">
                    <a:moveTo>
                      <a:pt x="1" y="1"/>
                    </a:moveTo>
                    <a:lnTo>
                      <a:pt x="1" y="13892"/>
                    </a:lnTo>
                    <a:lnTo>
                      <a:pt x="31815" y="13892"/>
                    </a:lnTo>
                    <a:lnTo>
                      <a:pt x="31815" y="1"/>
                    </a:lnTo>
                    <a:close/>
                  </a:path>
                </a:pathLst>
              </a:custGeom>
              <a:solidFill>
                <a:srgbClr val="012169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418;p35">
                <a:extLst>
                  <a:ext uri="{FF2B5EF4-FFF2-40B4-BE49-F238E27FC236}">
                    <a16:creationId xmlns:a16="http://schemas.microsoft.com/office/drawing/2014/main" id="{66E1A07C-83D0-EC4B-154C-9F242FDA8BE5}"/>
                  </a:ext>
                </a:extLst>
              </p:cNvPr>
              <p:cNvSpPr/>
              <p:nvPr/>
            </p:nvSpPr>
            <p:spPr>
              <a:xfrm>
                <a:off x="2891013" y="7298175"/>
                <a:ext cx="3730500" cy="2437800"/>
              </a:xfrm>
              <a:prstGeom prst="roundRect">
                <a:avLst>
                  <a:gd name="adj" fmla="val 220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419;p35">
                <a:extLst>
                  <a:ext uri="{FF2B5EF4-FFF2-40B4-BE49-F238E27FC236}">
                    <a16:creationId xmlns:a16="http://schemas.microsoft.com/office/drawing/2014/main" id="{BE295CBB-D71D-FBD8-16CC-FDA257F58137}"/>
                  </a:ext>
                </a:extLst>
              </p:cNvPr>
              <p:cNvSpPr/>
              <p:nvPr/>
            </p:nvSpPr>
            <p:spPr>
              <a:xfrm>
                <a:off x="4130313" y="10022650"/>
                <a:ext cx="1251900" cy="2253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" name="Google Shape;420;p35">
              <a:extLst>
                <a:ext uri="{FF2B5EF4-FFF2-40B4-BE49-F238E27FC236}">
                  <a16:creationId xmlns:a16="http://schemas.microsoft.com/office/drawing/2014/main" id="{AA74DE39-DF3F-0366-B96B-D8EC825CCE92}"/>
                </a:ext>
              </a:extLst>
            </p:cNvPr>
            <p:cNvSpPr/>
            <p:nvPr/>
          </p:nvSpPr>
          <p:spPr>
            <a:xfrm>
              <a:off x="788063" y="7598700"/>
              <a:ext cx="156850" cy="156825"/>
            </a:xfrm>
            <a:custGeom>
              <a:avLst/>
              <a:gdLst/>
              <a:ahLst/>
              <a:cxnLst/>
              <a:rect l="l" t="t" r="r" b="b"/>
              <a:pathLst>
                <a:path w="6274" h="6273" extrusionOk="0">
                  <a:moveTo>
                    <a:pt x="3135" y="0"/>
                  </a:moveTo>
                  <a:cubicBezTo>
                    <a:pt x="1406" y="0"/>
                    <a:pt x="1" y="1405"/>
                    <a:pt x="1" y="3138"/>
                  </a:cubicBezTo>
                  <a:cubicBezTo>
                    <a:pt x="1" y="4870"/>
                    <a:pt x="1406" y="6273"/>
                    <a:pt x="3135" y="6273"/>
                  </a:cubicBezTo>
                  <a:cubicBezTo>
                    <a:pt x="4868" y="6273"/>
                    <a:pt x="6273" y="4870"/>
                    <a:pt x="6273" y="3138"/>
                  </a:cubicBezTo>
                  <a:cubicBezTo>
                    <a:pt x="6273" y="1405"/>
                    <a:pt x="4868" y="0"/>
                    <a:pt x="31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21;p35">
              <a:extLst>
                <a:ext uri="{FF2B5EF4-FFF2-40B4-BE49-F238E27FC236}">
                  <a16:creationId xmlns:a16="http://schemas.microsoft.com/office/drawing/2014/main" id="{690896FB-E1F2-C5C5-CC0B-29C675E83A4B}"/>
                </a:ext>
              </a:extLst>
            </p:cNvPr>
            <p:cNvSpPr/>
            <p:nvPr/>
          </p:nvSpPr>
          <p:spPr>
            <a:xfrm>
              <a:off x="-897911" y="5623685"/>
              <a:ext cx="3528900" cy="18594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422;p35">
            <a:extLst>
              <a:ext uri="{FF2B5EF4-FFF2-40B4-BE49-F238E27FC236}">
                <a16:creationId xmlns:a16="http://schemas.microsoft.com/office/drawing/2014/main" id="{757E6F68-8B73-A58D-2AB7-B94D9CFF29AE}"/>
              </a:ext>
            </a:extLst>
          </p:cNvPr>
          <p:cNvGrpSpPr/>
          <p:nvPr/>
        </p:nvGrpSpPr>
        <p:grpSpPr>
          <a:xfrm>
            <a:off x="6856629" y="338705"/>
            <a:ext cx="2001014" cy="1106832"/>
            <a:chOff x="6879411" y="2843904"/>
            <a:chExt cx="1404319" cy="776724"/>
          </a:xfrm>
        </p:grpSpPr>
        <p:grpSp>
          <p:nvGrpSpPr>
            <p:cNvPr id="17" name="Google Shape;423;p35">
              <a:extLst>
                <a:ext uri="{FF2B5EF4-FFF2-40B4-BE49-F238E27FC236}">
                  <a16:creationId xmlns:a16="http://schemas.microsoft.com/office/drawing/2014/main" id="{B4F6E025-3D1B-AD73-0EBC-6E7E084F2F55}"/>
                </a:ext>
              </a:extLst>
            </p:cNvPr>
            <p:cNvGrpSpPr/>
            <p:nvPr/>
          </p:nvGrpSpPr>
          <p:grpSpPr>
            <a:xfrm>
              <a:off x="6879411" y="2843904"/>
              <a:ext cx="1404319" cy="776724"/>
              <a:chOff x="4202297" y="-1870422"/>
              <a:chExt cx="2538997" cy="1404311"/>
            </a:xfrm>
          </p:grpSpPr>
          <p:sp>
            <p:nvSpPr>
              <p:cNvPr id="24" name="Google Shape;424;p35">
                <a:extLst>
                  <a:ext uri="{FF2B5EF4-FFF2-40B4-BE49-F238E27FC236}">
                    <a16:creationId xmlns:a16="http://schemas.microsoft.com/office/drawing/2014/main" id="{7E3B3228-BEDC-EE5E-E226-CC4FCBC88ABF}"/>
                  </a:ext>
                </a:extLst>
              </p:cNvPr>
              <p:cNvSpPr/>
              <p:nvPr/>
            </p:nvSpPr>
            <p:spPr>
              <a:xfrm>
                <a:off x="4202297" y="-1870422"/>
                <a:ext cx="2538997" cy="227172"/>
              </a:xfrm>
              <a:custGeom>
                <a:avLst/>
                <a:gdLst/>
                <a:ahLst/>
                <a:cxnLst/>
                <a:rect l="l" t="t" r="r" b="b"/>
                <a:pathLst>
                  <a:path w="133649" h="11958" extrusionOk="0">
                    <a:moveTo>
                      <a:pt x="4983" y="0"/>
                    </a:moveTo>
                    <a:cubicBezTo>
                      <a:pt x="2232" y="0"/>
                      <a:pt x="0" y="2232"/>
                      <a:pt x="0" y="4983"/>
                    </a:cubicBezTo>
                    <a:lnTo>
                      <a:pt x="0" y="11958"/>
                    </a:lnTo>
                    <a:lnTo>
                      <a:pt x="133648" y="11958"/>
                    </a:lnTo>
                    <a:lnTo>
                      <a:pt x="133648" y="4983"/>
                    </a:lnTo>
                    <a:cubicBezTo>
                      <a:pt x="133648" y="2232"/>
                      <a:pt x="131419" y="0"/>
                      <a:pt x="1286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2"/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425;p35">
                <a:extLst>
                  <a:ext uri="{FF2B5EF4-FFF2-40B4-BE49-F238E27FC236}">
                    <a16:creationId xmlns:a16="http://schemas.microsoft.com/office/drawing/2014/main" id="{6CEAA792-09DD-61A7-76EC-C77A49B1538B}"/>
                  </a:ext>
                </a:extLst>
              </p:cNvPr>
              <p:cNvSpPr/>
              <p:nvPr/>
            </p:nvSpPr>
            <p:spPr>
              <a:xfrm>
                <a:off x="4202297" y="-1643101"/>
                <a:ext cx="2538997" cy="1176990"/>
              </a:xfrm>
              <a:custGeom>
                <a:avLst/>
                <a:gdLst/>
                <a:ahLst/>
                <a:cxnLst/>
                <a:rect l="l" t="t" r="r" b="b"/>
                <a:pathLst>
                  <a:path w="133649" h="61955" extrusionOk="0">
                    <a:moveTo>
                      <a:pt x="0" y="0"/>
                    </a:moveTo>
                    <a:lnTo>
                      <a:pt x="0" y="56971"/>
                    </a:lnTo>
                    <a:cubicBezTo>
                      <a:pt x="0" y="59722"/>
                      <a:pt x="2232" y="61954"/>
                      <a:pt x="4983" y="61954"/>
                    </a:cubicBezTo>
                    <a:lnTo>
                      <a:pt x="128665" y="61954"/>
                    </a:lnTo>
                    <a:cubicBezTo>
                      <a:pt x="131419" y="61954"/>
                      <a:pt x="133648" y="59722"/>
                      <a:pt x="133648" y="56971"/>
                    </a:cubicBezTo>
                    <a:lnTo>
                      <a:pt x="13364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426;p35">
                <a:extLst>
                  <a:ext uri="{FF2B5EF4-FFF2-40B4-BE49-F238E27FC236}">
                    <a16:creationId xmlns:a16="http://schemas.microsoft.com/office/drawing/2014/main" id="{F16F3D39-4FFB-AC03-9C72-A6778BBE3206}"/>
                  </a:ext>
                </a:extLst>
              </p:cNvPr>
              <p:cNvSpPr/>
              <p:nvPr/>
            </p:nvSpPr>
            <p:spPr>
              <a:xfrm>
                <a:off x="4284841" y="-1807298"/>
                <a:ext cx="71583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768" extrusionOk="0">
                    <a:moveTo>
                      <a:pt x="1882" y="0"/>
                    </a:moveTo>
                    <a:cubicBezTo>
                      <a:pt x="844" y="0"/>
                      <a:pt x="0" y="844"/>
                      <a:pt x="0" y="1882"/>
                    </a:cubicBezTo>
                    <a:cubicBezTo>
                      <a:pt x="0" y="2924"/>
                      <a:pt x="844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427;p35">
                <a:extLst>
                  <a:ext uri="{FF2B5EF4-FFF2-40B4-BE49-F238E27FC236}">
                    <a16:creationId xmlns:a16="http://schemas.microsoft.com/office/drawing/2014/main" id="{8FA0F9AC-5CDE-948C-7CE8-18073BB91667}"/>
                  </a:ext>
                </a:extLst>
              </p:cNvPr>
              <p:cNvSpPr/>
              <p:nvPr/>
            </p:nvSpPr>
            <p:spPr>
              <a:xfrm>
                <a:off x="4447574" y="-1807298"/>
                <a:ext cx="71583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768" extrusionOk="0">
                    <a:moveTo>
                      <a:pt x="1883" y="0"/>
                    </a:moveTo>
                    <a:cubicBezTo>
                      <a:pt x="844" y="0"/>
                      <a:pt x="1" y="844"/>
                      <a:pt x="1" y="1882"/>
                    </a:cubicBezTo>
                    <a:cubicBezTo>
                      <a:pt x="1" y="2924"/>
                      <a:pt x="844" y="3767"/>
                      <a:pt x="1883" y="3767"/>
                    </a:cubicBezTo>
                    <a:cubicBezTo>
                      <a:pt x="2924" y="3767"/>
                      <a:pt x="3768" y="2924"/>
                      <a:pt x="3768" y="1882"/>
                    </a:cubicBezTo>
                    <a:cubicBezTo>
                      <a:pt x="3768" y="844"/>
                      <a:pt x="2924" y="0"/>
                      <a:pt x="18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428;p35">
                <a:extLst>
                  <a:ext uri="{FF2B5EF4-FFF2-40B4-BE49-F238E27FC236}">
                    <a16:creationId xmlns:a16="http://schemas.microsoft.com/office/drawing/2014/main" id="{F5B4EA31-B78A-60AA-8111-BDC4C7EEB0AD}"/>
                  </a:ext>
                </a:extLst>
              </p:cNvPr>
              <p:cNvSpPr/>
              <p:nvPr/>
            </p:nvSpPr>
            <p:spPr>
              <a:xfrm>
                <a:off x="4610326" y="-1807298"/>
                <a:ext cx="71564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7" h="3768" extrusionOk="0">
                    <a:moveTo>
                      <a:pt x="1882" y="0"/>
                    </a:moveTo>
                    <a:cubicBezTo>
                      <a:pt x="841" y="0"/>
                      <a:pt x="0" y="844"/>
                      <a:pt x="0" y="1882"/>
                    </a:cubicBezTo>
                    <a:cubicBezTo>
                      <a:pt x="0" y="2924"/>
                      <a:pt x="841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429;p35">
              <a:extLst>
                <a:ext uri="{FF2B5EF4-FFF2-40B4-BE49-F238E27FC236}">
                  <a16:creationId xmlns:a16="http://schemas.microsoft.com/office/drawing/2014/main" id="{9A31FC36-B504-B060-C54C-E8BF0B7A397B}"/>
                </a:ext>
              </a:extLst>
            </p:cNvPr>
            <p:cNvGrpSpPr/>
            <p:nvPr/>
          </p:nvGrpSpPr>
          <p:grpSpPr>
            <a:xfrm flipH="1">
              <a:off x="7727981" y="3082508"/>
              <a:ext cx="395014" cy="409310"/>
              <a:chOff x="3357325" y="2093500"/>
              <a:chExt cx="311525" cy="322825"/>
            </a:xfrm>
          </p:grpSpPr>
          <p:sp>
            <p:nvSpPr>
              <p:cNvPr id="21" name="Google Shape;430;p35">
                <a:extLst>
                  <a:ext uri="{FF2B5EF4-FFF2-40B4-BE49-F238E27FC236}">
                    <a16:creationId xmlns:a16="http://schemas.microsoft.com/office/drawing/2014/main" id="{B3408389-80E7-FA8D-DB27-C5CC1A38A8CC}"/>
                  </a:ext>
                </a:extLst>
              </p:cNvPr>
              <p:cNvSpPr/>
              <p:nvPr/>
            </p:nvSpPr>
            <p:spPr>
              <a:xfrm>
                <a:off x="3357325" y="2210550"/>
                <a:ext cx="85700" cy="205775"/>
              </a:xfrm>
              <a:custGeom>
                <a:avLst/>
                <a:gdLst/>
                <a:ahLst/>
                <a:cxnLst/>
                <a:rect l="l" t="t" r="r" b="b"/>
                <a:pathLst>
                  <a:path w="3428" h="8231" extrusionOk="0">
                    <a:moveTo>
                      <a:pt x="566" y="1"/>
                    </a:moveTo>
                    <a:cubicBezTo>
                      <a:pt x="253" y="1"/>
                      <a:pt x="0" y="251"/>
                      <a:pt x="0" y="564"/>
                    </a:cubicBezTo>
                    <a:lnTo>
                      <a:pt x="0" y="7664"/>
                    </a:lnTo>
                    <a:cubicBezTo>
                      <a:pt x="0" y="7978"/>
                      <a:pt x="253" y="8231"/>
                      <a:pt x="566" y="8231"/>
                    </a:cubicBezTo>
                    <a:lnTo>
                      <a:pt x="2861" y="8231"/>
                    </a:lnTo>
                    <a:cubicBezTo>
                      <a:pt x="3174" y="8231"/>
                      <a:pt x="3427" y="7978"/>
                      <a:pt x="3427" y="7664"/>
                    </a:cubicBezTo>
                    <a:lnTo>
                      <a:pt x="3427" y="564"/>
                    </a:lnTo>
                    <a:cubicBezTo>
                      <a:pt x="3427" y="251"/>
                      <a:pt x="3174" y="1"/>
                      <a:pt x="28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2" name="Google Shape;431;p35">
                <a:extLst>
                  <a:ext uri="{FF2B5EF4-FFF2-40B4-BE49-F238E27FC236}">
                    <a16:creationId xmlns:a16="http://schemas.microsoft.com/office/drawing/2014/main" id="{B80F9426-15B3-9F8B-3A83-36B451F0B96C}"/>
                  </a:ext>
                </a:extLst>
              </p:cNvPr>
              <p:cNvSpPr/>
              <p:nvPr/>
            </p:nvSpPr>
            <p:spPr>
              <a:xfrm>
                <a:off x="3471225" y="2152075"/>
                <a:ext cx="84725" cy="264250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570" extrusionOk="0">
                    <a:moveTo>
                      <a:pt x="563" y="0"/>
                    </a:moveTo>
                    <a:cubicBezTo>
                      <a:pt x="253" y="0"/>
                      <a:pt x="0" y="250"/>
                      <a:pt x="0" y="563"/>
                    </a:cubicBezTo>
                    <a:lnTo>
                      <a:pt x="0" y="10003"/>
                    </a:lnTo>
                    <a:cubicBezTo>
                      <a:pt x="0" y="10317"/>
                      <a:pt x="253" y="10570"/>
                      <a:pt x="563" y="10570"/>
                    </a:cubicBezTo>
                    <a:lnTo>
                      <a:pt x="2822" y="10570"/>
                    </a:lnTo>
                    <a:cubicBezTo>
                      <a:pt x="3135" y="10570"/>
                      <a:pt x="3388" y="10317"/>
                      <a:pt x="3388" y="10003"/>
                    </a:cubicBezTo>
                    <a:lnTo>
                      <a:pt x="3388" y="563"/>
                    </a:lnTo>
                    <a:cubicBezTo>
                      <a:pt x="3388" y="250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3" name="Google Shape;432;p35">
                <a:extLst>
                  <a:ext uri="{FF2B5EF4-FFF2-40B4-BE49-F238E27FC236}">
                    <a16:creationId xmlns:a16="http://schemas.microsoft.com/office/drawing/2014/main" id="{CBD5679F-C371-6713-CBF1-B14B1DD6FE10}"/>
                  </a:ext>
                </a:extLst>
              </p:cNvPr>
              <p:cNvSpPr/>
              <p:nvPr/>
            </p:nvSpPr>
            <p:spPr>
              <a:xfrm>
                <a:off x="3584150" y="2093500"/>
                <a:ext cx="84700" cy="322825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12913" extrusionOk="0">
                    <a:moveTo>
                      <a:pt x="563" y="0"/>
                    </a:moveTo>
                    <a:cubicBezTo>
                      <a:pt x="253" y="0"/>
                      <a:pt x="0" y="253"/>
                      <a:pt x="0" y="566"/>
                    </a:cubicBezTo>
                    <a:lnTo>
                      <a:pt x="0" y="12346"/>
                    </a:lnTo>
                    <a:cubicBezTo>
                      <a:pt x="0" y="12660"/>
                      <a:pt x="253" y="12913"/>
                      <a:pt x="563" y="12913"/>
                    </a:cubicBezTo>
                    <a:lnTo>
                      <a:pt x="2822" y="12913"/>
                    </a:lnTo>
                    <a:cubicBezTo>
                      <a:pt x="3135" y="12913"/>
                      <a:pt x="3388" y="12660"/>
                      <a:pt x="3388" y="12346"/>
                    </a:cubicBezTo>
                    <a:lnTo>
                      <a:pt x="3388" y="566"/>
                    </a:lnTo>
                    <a:cubicBezTo>
                      <a:pt x="3388" y="253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19" name="Google Shape;433;p35">
              <a:extLst>
                <a:ext uri="{FF2B5EF4-FFF2-40B4-BE49-F238E27FC236}">
                  <a16:creationId xmlns:a16="http://schemas.microsoft.com/office/drawing/2014/main" id="{B7CE45F3-3065-0B6B-65C0-02FD8B9C6D75}"/>
                </a:ext>
              </a:extLst>
            </p:cNvPr>
            <p:cNvSpPr/>
            <p:nvPr/>
          </p:nvSpPr>
          <p:spPr>
            <a:xfrm>
              <a:off x="7040399" y="3082527"/>
              <a:ext cx="563400" cy="77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34;p35">
              <a:extLst>
                <a:ext uri="{FF2B5EF4-FFF2-40B4-BE49-F238E27FC236}">
                  <a16:creationId xmlns:a16="http://schemas.microsoft.com/office/drawing/2014/main" id="{5218ADA2-0B17-0D6C-3773-3B9D4A597830}"/>
                </a:ext>
              </a:extLst>
            </p:cNvPr>
            <p:cNvSpPr/>
            <p:nvPr/>
          </p:nvSpPr>
          <p:spPr>
            <a:xfrm>
              <a:off x="7040399" y="3195879"/>
              <a:ext cx="563400" cy="296100"/>
            </a:xfrm>
            <a:prstGeom prst="roundRect">
              <a:avLst>
                <a:gd name="adj" fmla="val 17271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435;p35">
            <a:extLst>
              <a:ext uri="{FF2B5EF4-FFF2-40B4-BE49-F238E27FC236}">
                <a16:creationId xmlns:a16="http://schemas.microsoft.com/office/drawing/2014/main" id="{90B5A614-5F2E-7B32-5703-722743E175E6}"/>
              </a:ext>
            </a:extLst>
          </p:cNvPr>
          <p:cNvGrpSpPr/>
          <p:nvPr/>
        </p:nvGrpSpPr>
        <p:grpSpPr>
          <a:xfrm>
            <a:off x="6517356" y="1182917"/>
            <a:ext cx="554700" cy="554700"/>
            <a:chOff x="1221094" y="2847175"/>
            <a:chExt cx="554700" cy="554700"/>
          </a:xfrm>
        </p:grpSpPr>
        <p:sp>
          <p:nvSpPr>
            <p:cNvPr id="30" name="Google Shape;436;p35">
              <a:extLst>
                <a:ext uri="{FF2B5EF4-FFF2-40B4-BE49-F238E27FC236}">
                  <a16:creationId xmlns:a16="http://schemas.microsoft.com/office/drawing/2014/main" id="{A1640A9C-8798-B114-B8B5-4A4A88F0EF23}"/>
                </a:ext>
              </a:extLst>
            </p:cNvPr>
            <p:cNvSpPr/>
            <p:nvPr/>
          </p:nvSpPr>
          <p:spPr>
            <a:xfrm>
              <a:off x="1221094" y="2847175"/>
              <a:ext cx="554700" cy="5547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37;p35">
              <a:extLst>
                <a:ext uri="{FF2B5EF4-FFF2-40B4-BE49-F238E27FC236}">
                  <a16:creationId xmlns:a16="http://schemas.microsoft.com/office/drawing/2014/main" id="{B947EE68-3D03-2FDB-A587-ACB3B1803747}"/>
                </a:ext>
              </a:extLst>
            </p:cNvPr>
            <p:cNvSpPr/>
            <p:nvPr/>
          </p:nvSpPr>
          <p:spPr>
            <a:xfrm>
              <a:off x="1288144" y="2914222"/>
              <a:ext cx="420600" cy="4206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438;p35">
              <a:extLst>
                <a:ext uri="{FF2B5EF4-FFF2-40B4-BE49-F238E27FC236}">
                  <a16:creationId xmlns:a16="http://schemas.microsoft.com/office/drawing/2014/main" id="{AEF20703-4095-3202-5727-8F798621A670}"/>
                </a:ext>
              </a:extLst>
            </p:cNvPr>
            <p:cNvGrpSpPr/>
            <p:nvPr/>
          </p:nvGrpSpPr>
          <p:grpSpPr>
            <a:xfrm>
              <a:off x="1389861" y="2980064"/>
              <a:ext cx="217166" cy="258028"/>
              <a:chOff x="-48233050" y="3569725"/>
              <a:chExt cx="252050" cy="299475"/>
            </a:xfrm>
          </p:grpSpPr>
          <p:sp>
            <p:nvSpPr>
              <p:cNvPr id="33" name="Google Shape;439;p35">
                <a:extLst>
                  <a:ext uri="{FF2B5EF4-FFF2-40B4-BE49-F238E27FC236}">
                    <a16:creationId xmlns:a16="http://schemas.microsoft.com/office/drawing/2014/main" id="{6C0C93DA-EA3F-CCA5-76CE-27DD539424DD}"/>
                  </a:ext>
                </a:extLst>
              </p:cNvPr>
              <p:cNvSpPr/>
              <p:nvPr/>
            </p:nvSpPr>
            <p:spPr>
              <a:xfrm>
                <a:off x="-48233050" y="3569725"/>
                <a:ext cx="252050" cy="299475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1979" extrusionOk="0">
                    <a:moveTo>
                      <a:pt x="5230" y="1393"/>
                    </a:moveTo>
                    <a:cubicBezTo>
                      <a:pt x="5419" y="1393"/>
                      <a:pt x="5577" y="1551"/>
                      <a:pt x="5577" y="1740"/>
                    </a:cubicBezTo>
                    <a:lnTo>
                      <a:pt x="5577" y="1960"/>
                    </a:lnTo>
                    <a:cubicBezTo>
                      <a:pt x="5703" y="2023"/>
                      <a:pt x="5829" y="2086"/>
                      <a:pt x="5923" y="2181"/>
                    </a:cubicBezTo>
                    <a:lnTo>
                      <a:pt x="6144" y="2055"/>
                    </a:lnTo>
                    <a:cubicBezTo>
                      <a:pt x="6194" y="2025"/>
                      <a:pt x="6251" y="2011"/>
                      <a:pt x="6308" y="2011"/>
                    </a:cubicBezTo>
                    <a:cubicBezTo>
                      <a:pt x="6430" y="2011"/>
                      <a:pt x="6552" y="2074"/>
                      <a:pt x="6616" y="2181"/>
                    </a:cubicBezTo>
                    <a:lnTo>
                      <a:pt x="7309" y="3410"/>
                    </a:lnTo>
                    <a:cubicBezTo>
                      <a:pt x="7467" y="3725"/>
                      <a:pt x="7246" y="3819"/>
                      <a:pt x="6963" y="3977"/>
                    </a:cubicBezTo>
                    <a:lnTo>
                      <a:pt x="6963" y="4386"/>
                    </a:lnTo>
                    <a:cubicBezTo>
                      <a:pt x="7246" y="4544"/>
                      <a:pt x="7467" y="4670"/>
                      <a:pt x="7309" y="4985"/>
                    </a:cubicBezTo>
                    <a:lnTo>
                      <a:pt x="6616" y="6182"/>
                    </a:lnTo>
                    <a:cubicBezTo>
                      <a:pt x="6531" y="6289"/>
                      <a:pt x="6417" y="6366"/>
                      <a:pt x="6303" y="6366"/>
                    </a:cubicBezTo>
                    <a:cubicBezTo>
                      <a:pt x="6249" y="6366"/>
                      <a:pt x="6195" y="6349"/>
                      <a:pt x="6144" y="6308"/>
                    </a:cubicBezTo>
                    <a:lnTo>
                      <a:pt x="5923" y="6182"/>
                    </a:lnTo>
                    <a:cubicBezTo>
                      <a:pt x="5829" y="6277"/>
                      <a:pt x="5703" y="6340"/>
                      <a:pt x="5577" y="6403"/>
                    </a:cubicBezTo>
                    <a:lnTo>
                      <a:pt x="5577" y="6623"/>
                    </a:lnTo>
                    <a:cubicBezTo>
                      <a:pt x="5577" y="6812"/>
                      <a:pt x="5419" y="6970"/>
                      <a:pt x="5230" y="6970"/>
                    </a:cubicBezTo>
                    <a:lnTo>
                      <a:pt x="3812" y="6970"/>
                    </a:lnTo>
                    <a:cubicBezTo>
                      <a:pt x="3623" y="6970"/>
                      <a:pt x="3466" y="6812"/>
                      <a:pt x="3466" y="6623"/>
                    </a:cubicBezTo>
                    <a:lnTo>
                      <a:pt x="3466" y="6403"/>
                    </a:lnTo>
                    <a:cubicBezTo>
                      <a:pt x="3340" y="6340"/>
                      <a:pt x="3214" y="6277"/>
                      <a:pt x="3119" y="6182"/>
                    </a:cubicBezTo>
                    <a:lnTo>
                      <a:pt x="2899" y="6308"/>
                    </a:lnTo>
                    <a:cubicBezTo>
                      <a:pt x="2848" y="6338"/>
                      <a:pt x="2791" y="6352"/>
                      <a:pt x="2734" y="6352"/>
                    </a:cubicBezTo>
                    <a:cubicBezTo>
                      <a:pt x="2613" y="6352"/>
                      <a:pt x="2490" y="6289"/>
                      <a:pt x="2426" y="6182"/>
                    </a:cubicBezTo>
                    <a:lnTo>
                      <a:pt x="1733" y="4985"/>
                    </a:lnTo>
                    <a:cubicBezTo>
                      <a:pt x="1638" y="4827"/>
                      <a:pt x="1670" y="4575"/>
                      <a:pt x="1859" y="4512"/>
                    </a:cubicBezTo>
                    <a:lnTo>
                      <a:pt x="2048" y="4386"/>
                    </a:lnTo>
                    <a:lnTo>
                      <a:pt x="2048" y="3977"/>
                    </a:lnTo>
                    <a:lnTo>
                      <a:pt x="1859" y="3882"/>
                    </a:lnTo>
                    <a:cubicBezTo>
                      <a:pt x="1702" y="3788"/>
                      <a:pt x="1607" y="3536"/>
                      <a:pt x="1733" y="3410"/>
                    </a:cubicBezTo>
                    <a:lnTo>
                      <a:pt x="2426" y="2181"/>
                    </a:lnTo>
                    <a:cubicBezTo>
                      <a:pt x="2490" y="2074"/>
                      <a:pt x="2612" y="1997"/>
                      <a:pt x="2733" y="1997"/>
                    </a:cubicBezTo>
                    <a:cubicBezTo>
                      <a:pt x="2790" y="1997"/>
                      <a:pt x="2848" y="2014"/>
                      <a:pt x="2899" y="2055"/>
                    </a:cubicBezTo>
                    <a:lnTo>
                      <a:pt x="3119" y="2181"/>
                    </a:lnTo>
                    <a:cubicBezTo>
                      <a:pt x="3214" y="2086"/>
                      <a:pt x="3340" y="2023"/>
                      <a:pt x="3466" y="1960"/>
                    </a:cubicBezTo>
                    <a:lnTo>
                      <a:pt x="3466" y="1740"/>
                    </a:lnTo>
                    <a:cubicBezTo>
                      <a:pt x="3466" y="1551"/>
                      <a:pt x="3623" y="1393"/>
                      <a:pt x="3812" y="1393"/>
                    </a:cubicBezTo>
                    <a:close/>
                    <a:moveTo>
                      <a:pt x="4547" y="0"/>
                    </a:moveTo>
                    <a:cubicBezTo>
                      <a:pt x="3499" y="0"/>
                      <a:pt x="2484" y="337"/>
                      <a:pt x="1670" y="984"/>
                    </a:cubicBezTo>
                    <a:cubicBezTo>
                      <a:pt x="630" y="1866"/>
                      <a:pt x="0" y="3158"/>
                      <a:pt x="0" y="4544"/>
                    </a:cubicBezTo>
                    <a:cubicBezTo>
                      <a:pt x="0" y="5804"/>
                      <a:pt x="504" y="6970"/>
                      <a:pt x="1418" y="7852"/>
                    </a:cubicBezTo>
                    <a:lnTo>
                      <a:pt x="1418" y="11632"/>
                    </a:lnTo>
                    <a:cubicBezTo>
                      <a:pt x="1418" y="11821"/>
                      <a:pt x="1575" y="11979"/>
                      <a:pt x="1765" y="11979"/>
                    </a:cubicBezTo>
                    <a:lnTo>
                      <a:pt x="5986" y="11979"/>
                    </a:lnTo>
                    <a:cubicBezTo>
                      <a:pt x="6175" y="11979"/>
                      <a:pt x="6333" y="11821"/>
                      <a:pt x="6333" y="11632"/>
                    </a:cubicBezTo>
                    <a:lnTo>
                      <a:pt x="6333" y="10530"/>
                    </a:lnTo>
                    <a:lnTo>
                      <a:pt x="8097" y="10530"/>
                    </a:lnTo>
                    <a:cubicBezTo>
                      <a:pt x="8286" y="10530"/>
                      <a:pt x="8444" y="10372"/>
                      <a:pt x="8444" y="10183"/>
                    </a:cubicBezTo>
                    <a:lnTo>
                      <a:pt x="8444" y="8387"/>
                    </a:lnTo>
                    <a:lnTo>
                      <a:pt x="9042" y="8387"/>
                    </a:lnTo>
                    <a:cubicBezTo>
                      <a:pt x="9389" y="8387"/>
                      <a:pt x="9767" y="8198"/>
                      <a:pt x="9956" y="7883"/>
                    </a:cubicBezTo>
                    <a:cubicBezTo>
                      <a:pt x="10082" y="7568"/>
                      <a:pt x="10082" y="7190"/>
                      <a:pt x="9924" y="6875"/>
                    </a:cubicBezTo>
                    <a:lnTo>
                      <a:pt x="9042" y="5237"/>
                    </a:lnTo>
                    <a:cubicBezTo>
                      <a:pt x="9137" y="4701"/>
                      <a:pt x="9137" y="4134"/>
                      <a:pt x="9011" y="3599"/>
                    </a:cubicBezTo>
                    <a:cubicBezTo>
                      <a:pt x="8664" y="1866"/>
                      <a:pt x="7246" y="480"/>
                      <a:pt x="5545" y="102"/>
                    </a:cubicBezTo>
                    <a:cubicBezTo>
                      <a:pt x="5213" y="34"/>
                      <a:pt x="4878" y="0"/>
                      <a:pt x="45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440;p35">
                <a:extLst>
                  <a:ext uri="{FF2B5EF4-FFF2-40B4-BE49-F238E27FC236}">
                    <a16:creationId xmlns:a16="http://schemas.microsoft.com/office/drawing/2014/main" id="{BBD87383-9F4A-7931-3FD5-0071366C8171}"/>
                  </a:ext>
                </a:extLst>
              </p:cNvPr>
              <p:cNvSpPr/>
              <p:nvPr/>
            </p:nvSpPr>
            <p:spPr>
              <a:xfrm>
                <a:off x="-48170050" y="3622650"/>
                <a:ext cx="100050" cy="103225"/>
              </a:xfrm>
              <a:custGeom>
                <a:avLst/>
                <a:gdLst/>
                <a:ahLst/>
                <a:cxnLst/>
                <a:rect l="l" t="t" r="r" b="b"/>
                <a:pathLst>
                  <a:path w="4002" h="4129" extrusionOk="0">
                    <a:moveTo>
                      <a:pt x="1985" y="1009"/>
                    </a:moveTo>
                    <a:cubicBezTo>
                      <a:pt x="2584" y="1009"/>
                      <a:pt x="3057" y="1482"/>
                      <a:pt x="3057" y="2080"/>
                    </a:cubicBezTo>
                    <a:cubicBezTo>
                      <a:pt x="3057" y="2647"/>
                      <a:pt x="2584" y="3120"/>
                      <a:pt x="1985" y="3120"/>
                    </a:cubicBezTo>
                    <a:cubicBezTo>
                      <a:pt x="1418" y="3120"/>
                      <a:pt x="946" y="2647"/>
                      <a:pt x="946" y="2080"/>
                    </a:cubicBezTo>
                    <a:cubicBezTo>
                      <a:pt x="946" y="1482"/>
                      <a:pt x="1418" y="1009"/>
                      <a:pt x="1985" y="1009"/>
                    </a:cubicBezTo>
                    <a:close/>
                    <a:moveTo>
                      <a:pt x="1639" y="1"/>
                    </a:moveTo>
                    <a:lnTo>
                      <a:pt x="1639" y="127"/>
                    </a:lnTo>
                    <a:cubicBezTo>
                      <a:pt x="1639" y="284"/>
                      <a:pt x="1576" y="410"/>
                      <a:pt x="1418" y="442"/>
                    </a:cubicBezTo>
                    <a:cubicBezTo>
                      <a:pt x="1198" y="537"/>
                      <a:pt x="1009" y="631"/>
                      <a:pt x="851" y="757"/>
                    </a:cubicBezTo>
                    <a:cubicBezTo>
                      <a:pt x="770" y="818"/>
                      <a:pt x="689" y="853"/>
                      <a:pt x="607" y="853"/>
                    </a:cubicBezTo>
                    <a:cubicBezTo>
                      <a:pt x="562" y="853"/>
                      <a:pt x="518" y="842"/>
                      <a:pt x="473" y="820"/>
                    </a:cubicBezTo>
                    <a:lnTo>
                      <a:pt x="347" y="726"/>
                    </a:lnTo>
                    <a:lnTo>
                      <a:pt x="1" y="1324"/>
                    </a:lnTo>
                    <a:lnTo>
                      <a:pt x="127" y="1387"/>
                    </a:lnTo>
                    <a:cubicBezTo>
                      <a:pt x="221" y="1482"/>
                      <a:pt x="316" y="1639"/>
                      <a:pt x="253" y="1765"/>
                    </a:cubicBezTo>
                    <a:cubicBezTo>
                      <a:pt x="221" y="1986"/>
                      <a:pt x="221" y="2143"/>
                      <a:pt x="253" y="2395"/>
                    </a:cubicBezTo>
                    <a:cubicBezTo>
                      <a:pt x="316" y="2553"/>
                      <a:pt x="221" y="2647"/>
                      <a:pt x="127" y="2742"/>
                    </a:cubicBezTo>
                    <a:lnTo>
                      <a:pt x="1" y="2805"/>
                    </a:lnTo>
                    <a:lnTo>
                      <a:pt x="347" y="3403"/>
                    </a:lnTo>
                    <a:lnTo>
                      <a:pt x="473" y="3340"/>
                    </a:lnTo>
                    <a:cubicBezTo>
                      <a:pt x="532" y="3297"/>
                      <a:pt x="590" y="3273"/>
                      <a:pt x="649" y="3273"/>
                    </a:cubicBezTo>
                    <a:cubicBezTo>
                      <a:pt x="716" y="3273"/>
                      <a:pt x="784" y="3304"/>
                      <a:pt x="851" y="3372"/>
                    </a:cubicBezTo>
                    <a:cubicBezTo>
                      <a:pt x="1009" y="3529"/>
                      <a:pt x="1198" y="3592"/>
                      <a:pt x="1418" y="3687"/>
                    </a:cubicBezTo>
                    <a:cubicBezTo>
                      <a:pt x="1576" y="3718"/>
                      <a:pt x="1639" y="3876"/>
                      <a:pt x="1639" y="4002"/>
                    </a:cubicBezTo>
                    <a:lnTo>
                      <a:pt x="1639" y="4128"/>
                    </a:lnTo>
                    <a:lnTo>
                      <a:pt x="2364" y="4128"/>
                    </a:lnTo>
                    <a:lnTo>
                      <a:pt x="2364" y="4002"/>
                    </a:lnTo>
                    <a:cubicBezTo>
                      <a:pt x="2364" y="3845"/>
                      <a:pt x="2427" y="3718"/>
                      <a:pt x="2584" y="3687"/>
                    </a:cubicBezTo>
                    <a:cubicBezTo>
                      <a:pt x="2805" y="3592"/>
                      <a:pt x="2994" y="3498"/>
                      <a:pt x="3151" y="3372"/>
                    </a:cubicBezTo>
                    <a:cubicBezTo>
                      <a:pt x="3224" y="3317"/>
                      <a:pt x="3298" y="3283"/>
                      <a:pt x="3371" y="3283"/>
                    </a:cubicBezTo>
                    <a:cubicBezTo>
                      <a:pt x="3424" y="3283"/>
                      <a:pt x="3476" y="3301"/>
                      <a:pt x="3529" y="3340"/>
                    </a:cubicBezTo>
                    <a:lnTo>
                      <a:pt x="3655" y="3403"/>
                    </a:lnTo>
                    <a:lnTo>
                      <a:pt x="4002" y="2805"/>
                    </a:lnTo>
                    <a:lnTo>
                      <a:pt x="3876" y="2742"/>
                    </a:lnTo>
                    <a:cubicBezTo>
                      <a:pt x="3781" y="2647"/>
                      <a:pt x="3687" y="2490"/>
                      <a:pt x="3750" y="2395"/>
                    </a:cubicBezTo>
                    <a:cubicBezTo>
                      <a:pt x="3781" y="2143"/>
                      <a:pt x="3781" y="1986"/>
                      <a:pt x="3750" y="1765"/>
                    </a:cubicBezTo>
                    <a:cubicBezTo>
                      <a:pt x="3687" y="1608"/>
                      <a:pt x="3781" y="1482"/>
                      <a:pt x="3876" y="1387"/>
                    </a:cubicBezTo>
                    <a:lnTo>
                      <a:pt x="4002" y="1324"/>
                    </a:lnTo>
                    <a:lnTo>
                      <a:pt x="3655" y="726"/>
                    </a:lnTo>
                    <a:lnTo>
                      <a:pt x="3529" y="820"/>
                    </a:lnTo>
                    <a:cubicBezTo>
                      <a:pt x="3477" y="846"/>
                      <a:pt x="3425" y="861"/>
                      <a:pt x="3373" y="861"/>
                    </a:cubicBezTo>
                    <a:cubicBezTo>
                      <a:pt x="3299" y="861"/>
                      <a:pt x="3225" y="831"/>
                      <a:pt x="3151" y="757"/>
                    </a:cubicBezTo>
                    <a:cubicBezTo>
                      <a:pt x="2994" y="600"/>
                      <a:pt x="2805" y="537"/>
                      <a:pt x="2584" y="442"/>
                    </a:cubicBezTo>
                    <a:cubicBezTo>
                      <a:pt x="2427" y="410"/>
                      <a:pt x="2364" y="253"/>
                      <a:pt x="2364" y="127"/>
                    </a:cubicBezTo>
                    <a:lnTo>
                      <a:pt x="2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441;p35">
                <a:extLst>
                  <a:ext uri="{FF2B5EF4-FFF2-40B4-BE49-F238E27FC236}">
                    <a16:creationId xmlns:a16="http://schemas.microsoft.com/office/drawing/2014/main" id="{8F22BFD0-78A7-D932-DDE2-28A3E9751DB6}"/>
                  </a:ext>
                </a:extLst>
              </p:cNvPr>
              <p:cNvSpPr/>
              <p:nvPr/>
            </p:nvSpPr>
            <p:spPr>
              <a:xfrm>
                <a:off x="-48129100" y="3665200"/>
                <a:ext cx="181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68" y="725"/>
                      <a:pt x="726" y="567"/>
                      <a:pt x="726" y="378"/>
                    </a:cubicBezTo>
                    <a:cubicBezTo>
                      <a:pt x="726" y="158"/>
                      <a:pt x="568" y="0"/>
                      <a:pt x="3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" name="Google Shape;442;p35">
            <a:extLst>
              <a:ext uri="{FF2B5EF4-FFF2-40B4-BE49-F238E27FC236}">
                <a16:creationId xmlns:a16="http://schemas.microsoft.com/office/drawing/2014/main" id="{FA9ED081-D858-965C-A2AA-2FC592ED12D5}"/>
              </a:ext>
            </a:extLst>
          </p:cNvPr>
          <p:cNvGrpSpPr/>
          <p:nvPr/>
        </p:nvGrpSpPr>
        <p:grpSpPr>
          <a:xfrm>
            <a:off x="7437281" y="1011696"/>
            <a:ext cx="709315" cy="678881"/>
            <a:chOff x="7952500" y="-21825"/>
            <a:chExt cx="1163575" cy="1113650"/>
          </a:xfrm>
        </p:grpSpPr>
        <p:sp>
          <p:nvSpPr>
            <p:cNvPr id="37" name="Google Shape;443;p35">
              <a:extLst>
                <a:ext uri="{FF2B5EF4-FFF2-40B4-BE49-F238E27FC236}">
                  <a16:creationId xmlns:a16="http://schemas.microsoft.com/office/drawing/2014/main" id="{92D24E88-31A8-CADB-7ED2-471E985B7567}"/>
                </a:ext>
              </a:extLst>
            </p:cNvPr>
            <p:cNvSpPr/>
            <p:nvPr/>
          </p:nvSpPr>
          <p:spPr>
            <a:xfrm>
              <a:off x="8641100" y="626200"/>
              <a:ext cx="248750" cy="248750"/>
            </a:xfrm>
            <a:custGeom>
              <a:avLst/>
              <a:gdLst/>
              <a:ahLst/>
              <a:cxnLst/>
              <a:rect l="l" t="t" r="r" b="b"/>
              <a:pathLst>
                <a:path w="9950" h="9950" extrusionOk="0">
                  <a:moveTo>
                    <a:pt x="3316" y="1"/>
                  </a:moveTo>
                  <a:lnTo>
                    <a:pt x="1" y="3316"/>
                  </a:lnTo>
                  <a:lnTo>
                    <a:pt x="6635" y="9950"/>
                  </a:lnTo>
                  <a:lnTo>
                    <a:pt x="9950" y="6635"/>
                  </a:lnTo>
                  <a:lnTo>
                    <a:pt x="331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44;p35">
              <a:extLst>
                <a:ext uri="{FF2B5EF4-FFF2-40B4-BE49-F238E27FC236}">
                  <a16:creationId xmlns:a16="http://schemas.microsoft.com/office/drawing/2014/main" id="{DD2925FF-257B-320C-9E9A-8A5BBE932B1A}"/>
                </a:ext>
              </a:extLst>
            </p:cNvPr>
            <p:cNvSpPr/>
            <p:nvPr/>
          </p:nvSpPr>
          <p:spPr>
            <a:xfrm>
              <a:off x="7952500" y="-21825"/>
              <a:ext cx="912675" cy="831500"/>
            </a:xfrm>
            <a:custGeom>
              <a:avLst/>
              <a:gdLst/>
              <a:ahLst/>
              <a:cxnLst/>
              <a:rect l="l" t="t" r="r" b="b"/>
              <a:pathLst>
                <a:path w="36507" h="33260" extrusionOk="0">
                  <a:moveTo>
                    <a:pt x="18253" y="4661"/>
                  </a:moveTo>
                  <a:cubicBezTo>
                    <a:pt x="21316" y="4661"/>
                    <a:pt x="24379" y="5829"/>
                    <a:pt x="26715" y="8166"/>
                  </a:cubicBezTo>
                  <a:cubicBezTo>
                    <a:pt x="31391" y="12841"/>
                    <a:pt x="31391" y="20420"/>
                    <a:pt x="26715" y="25095"/>
                  </a:cubicBezTo>
                  <a:cubicBezTo>
                    <a:pt x="24379" y="27432"/>
                    <a:pt x="21316" y="28600"/>
                    <a:pt x="18253" y="28600"/>
                  </a:cubicBezTo>
                  <a:cubicBezTo>
                    <a:pt x="15190" y="28600"/>
                    <a:pt x="12126" y="27432"/>
                    <a:pt x="9789" y="25095"/>
                  </a:cubicBezTo>
                  <a:cubicBezTo>
                    <a:pt x="5116" y="20420"/>
                    <a:pt x="5116" y="12841"/>
                    <a:pt x="9789" y="8166"/>
                  </a:cubicBezTo>
                  <a:cubicBezTo>
                    <a:pt x="12126" y="5829"/>
                    <a:pt x="15190" y="4661"/>
                    <a:pt x="18253" y="4661"/>
                  </a:cubicBezTo>
                  <a:close/>
                  <a:moveTo>
                    <a:pt x="18254" y="1"/>
                  </a:moveTo>
                  <a:cubicBezTo>
                    <a:pt x="13998" y="1"/>
                    <a:pt x="9741" y="1625"/>
                    <a:pt x="6493" y="4873"/>
                  </a:cubicBezTo>
                  <a:cubicBezTo>
                    <a:pt x="0" y="11365"/>
                    <a:pt x="0" y="21896"/>
                    <a:pt x="6493" y="28388"/>
                  </a:cubicBezTo>
                  <a:cubicBezTo>
                    <a:pt x="9741" y="31636"/>
                    <a:pt x="13997" y="33260"/>
                    <a:pt x="18253" y="33260"/>
                  </a:cubicBezTo>
                  <a:cubicBezTo>
                    <a:pt x="22509" y="33260"/>
                    <a:pt x="26765" y="31636"/>
                    <a:pt x="30011" y="28388"/>
                  </a:cubicBezTo>
                  <a:cubicBezTo>
                    <a:pt x="36506" y="21896"/>
                    <a:pt x="36506" y="11365"/>
                    <a:pt x="30011" y="4870"/>
                  </a:cubicBezTo>
                  <a:cubicBezTo>
                    <a:pt x="26765" y="1624"/>
                    <a:pt x="22510" y="1"/>
                    <a:pt x="1825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45;p35">
              <a:extLst>
                <a:ext uri="{FF2B5EF4-FFF2-40B4-BE49-F238E27FC236}">
                  <a16:creationId xmlns:a16="http://schemas.microsoft.com/office/drawing/2014/main" id="{F955A162-B7B0-FFEC-FDAD-0D22B32A8C0F}"/>
                </a:ext>
              </a:extLst>
            </p:cNvPr>
            <p:cNvSpPr/>
            <p:nvPr/>
          </p:nvSpPr>
          <p:spPr>
            <a:xfrm>
              <a:off x="8694150" y="679250"/>
              <a:ext cx="421925" cy="412575"/>
            </a:xfrm>
            <a:custGeom>
              <a:avLst/>
              <a:gdLst/>
              <a:ahLst/>
              <a:cxnLst/>
              <a:rect l="l" t="t" r="r" b="b"/>
              <a:pathLst>
                <a:path w="16877" h="16503" extrusionOk="0">
                  <a:moveTo>
                    <a:pt x="5430" y="1"/>
                  </a:moveTo>
                  <a:lnTo>
                    <a:pt x="1" y="5430"/>
                  </a:lnTo>
                  <a:lnTo>
                    <a:pt x="9953" y="15379"/>
                  </a:lnTo>
                  <a:cubicBezTo>
                    <a:pt x="10702" y="16128"/>
                    <a:pt x="11684" y="16502"/>
                    <a:pt x="12666" y="16502"/>
                  </a:cubicBezTo>
                  <a:cubicBezTo>
                    <a:pt x="13648" y="16502"/>
                    <a:pt x="14629" y="16128"/>
                    <a:pt x="15379" y="15379"/>
                  </a:cubicBezTo>
                  <a:cubicBezTo>
                    <a:pt x="16877" y="13880"/>
                    <a:pt x="16877" y="11451"/>
                    <a:pt x="15379" y="9953"/>
                  </a:cubicBezTo>
                  <a:lnTo>
                    <a:pt x="5430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46;p35">
            <a:extLst>
              <a:ext uri="{FF2B5EF4-FFF2-40B4-BE49-F238E27FC236}">
                <a16:creationId xmlns:a16="http://schemas.microsoft.com/office/drawing/2014/main" id="{FA477A2B-5E45-4A0E-1F10-5F4383F72632}"/>
              </a:ext>
            </a:extLst>
          </p:cNvPr>
          <p:cNvSpPr/>
          <p:nvPr/>
        </p:nvSpPr>
        <p:spPr>
          <a:xfrm>
            <a:off x="5916637" y="-25682"/>
            <a:ext cx="554700" cy="554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47;p35">
            <a:extLst>
              <a:ext uri="{FF2B5EF4-FFF2-40B4-BE49-F238E27FC236}">
                <a16:creationId xmlns:a16="http://schemas.microsoft.com/office/drawing/2014/main" id="{B125688D-E2B5-AD44-DE27-342179A98E8C}"/>
              </a:ext>
            </a:extLst>
          </p:cNvPr>
          <p:cNvSpPr/>
          <p:nvPr/>
        </p:nvSpPr>
        <p:spPr>
          <a:xfrm>
            <a:off x="6365837" y="276731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48;p35">
            <a:extLst>
              <a:ext uri="{FF2B5EF4-FFF2-40B4-BE49-F238E27FC236}">
                <a16:creationId xmlns:a16="http://schemas.microsoft.com/office/drawing/2014/main" id="{C59C9C08-1231-5CC2-2C3E-FBCFEFDB9C08}"/>
              </a:ext>
            </a:extLst>
          </p:cNvPr>
          <p:cNvSpPr/>
          <p:nvPr/>
        </p:nvSpPr>
        <p:spPr>
          <a:xfrm>
            <a:off x="8308974" y="1985568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49;p35">
            <a:extLst>
              <a:ext uri="{FF2B5EF4-FFF2-40B4-BE49-F238E27FC236}">
                <a16:creationId xmlns:a16="http://schemas.microsoft.com/office/drawing/2014/main" id="{0DBC1D98-2A34-1906-D95C-CA70B2EDA970}"/>
              </a:ext>
            </a:extLst>
          </p:cNvPr>
          <p:cNvSpPr/>
          <p:nvPr/>
        </p:nvSpPr>
        <p:spPr>
          <a:xfrm>
            <a:off x="8517562" y="1985556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A90F3D-095D-0C9A-FC36-7A5247C1BDCF}"/>
              </a:ext>
            </a:extLst>
          </p:cNvPr>
          <p:cNvSpPr txBox="1"/>
          <p:nvPr/>
        </p:nvSpPr>
        <p:spPr>
          <a:xfrm>
            <a:off x="770021" y="529018"/>
            <a:ext cx="1175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Part -3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7B95B-58DE-D290-A5EC-CC2FD3AF5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2"/>
                </a:solidFill>
                <a:latin typeface="Futura Bold"/>
                <a:ea typeface="Futura Bold"/>
                <a:cs typeface="Futura Bold"/>
                <a:sym typeface="Futura Bold"/>
              </a:rPr>
              <a:t>Design</a:t>
            </a:r>
            <a:endParaRPr lang="en-IN" sz="4000" dirty="0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1E82C-4B3D-B685-705A-C3085E879960}"/>
              </a:ext>
            </a:extLst>
          </p:cNvPr>
          <p:cNvSpPr txBox="1"/>
          <p:nvPr/>
        </p:nvSpPr>
        <p:spPr>
          <a:xfrm>
            <a:off x="521609" y="1294113"/>
            <a:ext cx="7053943" cy="1992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1300" dirty="0">
                <a:solidFill>
                  <a:schemeClr val="bg2">
                    <a:lumMod val="50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HTML files are located in the templates/ directory—including index.html, education.html, healthcare.html, etc.—while authentication pages (login.html, register.html) are in the templates/auth/ subdirectory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Varela Round" panose="00000500000000000000" pitchFamily="2" charset="-79"/>
                <a:ea typeface="Varela Round"/>
                <a:cs typeface="Varela Round" panose="00000500000000000000" pitchFamily="2" charset="-79"/>
                <a:sym typeface="Varela Round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1300" dirty="0">
              <a:solidFill>
                <a:schemeClr val="bg2">
                  <a:lumMod val="50000"/>
                </a:schemeClr>
              </a:solidFill>
              <a:latin typeface="Varela Round" panose="00000500000000000000" pitchFamily="2" charset="-79"/>
              <a:ea typeface="Varela Round"/>
              <a:cs typeface="Varela Round" panose="00000500000000000000" pitchFamily="2" charset="-79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User enters policy question → Backend finds most relevant policy section.</a:t>
            </a:r>
          </a:p>
          <a:p>
            <a:pPr>
              <a:lnSpc>
                <a:spcPct val="150000"/>
              </a:lnSpc>
            </a:pPr>
            <a:endParaRPr lang="en-US" sz="13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chemeClr val="accent2"/>
                </a:solidFill>
                <a:latin typeface="Varela Round"/>
                <a:ea typeface="Varela Round"/>
                <a:cs typeface="Varela Round"/>
                <a:sym typeface="Varela Round"/>
              </a:rPr>
              <a:t>Design Highlights:</a:t>
            </a:r>
          </a:p>
          <a:p>
            <a:endParaRPr lang="en-IN" sz="1300" dirty="0"/>
          </a:p>
        </p:txBody>
      </p:sp>
      <p:sp>
        <p:nvSpPr>
          <p:cNvPr id="4" name="Google Shape;304;p30">
            <a:extLst>
              <a:ext uri="{FF2B5EF4-FFF2-40B4-BE49-F238E27FC236}">
                <a16:creationId xmlns:a16="http://schemas.microsoft.com/office/drawing/2014/main" id="{93F60B69-4D89-FB92-E687-42F3A033EBA4}"/>
              </a:ext>
            </a:extLst>
          </p:cNvPr>
          <p:cNvSpPr/>
          <p:nvPr/>
        </p:nvSpPr>
        <p:spPr>
          <a:xfrm>
            <a:off x="8305227" y="3782918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05;p30">
            <a:extLst>
              <a:ext uri="{FF2B5EF4-FFF2-40B4-BE49-F238E27FC236}">
                <a16:creationId xmlns:a16="http://schemas.microsoft.com/office/drawing/2014/main" id="{4A91C4A0-32A0-85BC-56FB-2AF49D04BF95}"/>
              </a:ext>
            </a:extLst>
          </p:cNvPr>
          <p:cNvSpPr/>
          <p:nvPr/>
        </p:nvSpPr>
        <p:spPr>
          <a:xfrm>
            <a:off x="7117577" y="3847531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06;p30">
            <a:extLst>
              <a:ext uri="{FF2B5EF4-FFF2-40B4-BE49-F238E27FC236}">
                <a16:creationId xmlns:a16="http://schemas.microsoft.com/office/drawing/2014/main" id="{B5E2E0E1-2252-4E9D-737C-931D5E820DC6}"/>
              </a:ext>
            </a:extLst>
          </p:cNvPr>
          <p:cNvSpPr/>
          <p:nvPr/>
        </p:nvSpPr>
        <p:spPr>
          <a:xfrm>
            <a:off x="7249577" y="3752618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307;p30">
            <a:extLst>
              <a:ext uri="{FF2B5EF4-FFF2-40B4-BE49-F238E27FC236}">
                <a16:creationId xmlns:a16="http://schemas.microsoft.com/office/drawing/2014/main" id="{D6A50E8E-63AF-69F2-6FDF-8AF4A02F7D21}"/>
              </a:ext>
            </a:extLst>
          </p:cNvPr>
          <p:cNvGrpSpPr/>
          <p:nvPr/>
        </p:nvGrpSpPr>
        <p:grpSpPr>
          <a:xfrm>
            <a:off x="7861441" y="4504117"/>
            <a:ext cx="554809" cy="554809"/>
            <a:chOff x="5724800" y="2169125"/>
            <a:chExt cx="587100" cy="587100"/>
          </a:xfrm>
        </p:grpSpPr>
        <p:sp>
          <p:nvSpPr>
            <p:cNvPr id="8" name="Google Shape;308;p30">
              <a:extLst>
                <a:ext uri="{FF2B5EF4-FFF2-40B4-BE49-F238E27FC236}">
                  <a16:creationId xmlns:a16="http://schemas.microsoft.com/office/drawing/2014/main" id="{7A8FB59A-6E28-76D3-CDE5-7AB721E363BB}"/>
                </a:ext>
              </a:extLst>
            </p:cNvPr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09;p30">
              <a:extLst>
                <a:ext uri="{FF2B5EF4-FFF2-40B4-BE49-F238E27FC236}">
                  <a16:creationId xmlns:a16="http://schemas.microsoft.com/office/drawing/2014/main" id="{A4B078AE-6D66-CAE7-C9C8-1C9FE1046C14}"/>
                </a:ext>
              </a:extLst>
            </p:cNvPr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0;p30">
              <a:extLst>
                <a:ext uri="{FF2B5EF4-FFF2-40B4-BE49-F238E27FC236}">
                  <a16:creationId xmlns:a16="http://schemas.microsoft.com/office/drawing/2014/main" id="{6BF8A49E-A322-9E48-6808-275B8E2ED6F4}"/>
                </a:ext>
              </a:extLst>
            </p:cNvPr>
            <p:cNvSpPr/>
            <p:nvPr/>
          </p:nvSpPr>
          <p:spPr>
            <a:xfrm>
              <a:off x="5889083" y="2332610"/>
              <a:ext cx="258497" cy="260131"/>
            </a:xfrm>
            <a:custGeom>
              <a:avLst/>
              <a:gdLst/>
              <a:ahLst/>
              <a:cxnLst/>
              <a:rect l="l" t="t" r="r" b="b"/>
              <a:pathLst>
                <a:path w="42238" h="42505" extrusionOk="0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311;p30">
            <a:extLst>
              <a:ext uri="{FF2B5EF4-FFF2-40B4-BE49-F238E27FC236}">
                <a16:creationId xmlns:a16="http://schemas.microsoft.com/office/drawing/2014/main" id="{565E69EB-38F3-941D-8EBC-ED9B04B32EBA}"/>
              </a:ext>
            </a:extLst>
          </p:cNvPr>
          <p:cNvSpPr/>
          <p:nvPr/>
        </p:nvSpPr>
        <p:spPr>
          <a:xfrm>
            <a:off x="7575552" y="4268568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312;p30">
            <a:extLst>
              <a:ext uri="{FF2B5EF4-FFF2-40B4-BE49-F238E27FC236}">
                <a16:creationId xmlns:a16="http://schemas.microsoft.com/office/drawing/2014/main" id="{18359B5A-8D52-D7BC-1316-7CE625E0616F}"/>
              </a:ext>
            </a:extLst>
          </p:cNvPr>
          <p:cNvGrpSpPr/>
          <p:nvPr/>
        </p:nvGrpSpPr>
        <p:grpSpPr>
          <a:xfrm>
            <a:off x="7861447" y="3259407"/>
            <a:ext cx="835737" cy="835737"/>
            <a:chOff x="6810900" y="2169125"/>
            <a:chExt cx="587100" cy="587100"/>
          </a:xfrm>
        </p:grpSpPr>
        <p:sp>
          <p:nvSpPr>
            <p:cNvPr id="13" name="Google Shape;313;p30">
              <a:extLst>
                <a:ext uri="{FF2B5EF4-FFF2-40B4-BE49-F238E27FC236}">
                  <a16:creationId xmlns:a16="http://schemas.microsoft.com/office/drawing/2014/main" id="{1395572C-9429-AF41-7FA4-CCB7687927EC}"/>
                </a:ext>
              </a:extLst>
            </p:cNvPr>
            <p:cNvSpPr/>
            <p:nvPr/>
          </p:nvSpPr>
          <p:spPr>
            <a:xfrm>
              <a:off x="68109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4;p30">
              <a:extLst>
                <a:ext uri="{FF2B5EF4-FFF2-40B4-BE49-F238E27FC236}">
                  <a16:creationId xmlns:a16="http://schemas.microsoft.com/office/drawing/2014/main" id="{F06A3D21-55DC-1228-5C43-9963B0E3FA24}"/>
                </a:ext>
              </a:extLst>
            </p:cNvPr>
            <p:cNvSpPr/>
            <p:nvPr/>
          </p:nvSpPr>
          <p:spPr>
            <a:xfrm>
              <a:off x="6881784" y="2240009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315;p30">
              <a:extLst>
                <a:ext uri="{FF2B5EF4-FFF2-40B4-BE49-F238E27FC236}">
                  <a16:creationId xmlns:a16="http://schemas.microsoft.com/office/drawing/2014/main" id="{34843EAD-43A1-8559-60CD-5948DDE3F85A}"/>
                </a:ext>
              </a:extLst>
            </p:cNvPr>
            <p:cNvGrpSpPr/>
            <p:nvPr/>
          </p:nvGrpSpPr>
          <p:grpSpPr>
            <a:xfrm>
              <a:off x="6972327" y="2333833"/>
              <a:ext cx="260615" cy="258080"/>
              <a:chOff x="-37385100" y="3949908"/>
              <a:chExt cx="321350" cy="318225"/>
            </a:xfrm>
          </p:grpSpPr>
          <p:sp>
            <p:nvSpPr>
              <p:cNvPr id="16" name="Google Shape;316;p30">
                <a:extLst>
                  <a:ext uri="{FF2B5EF4-FFF2-40B4-BE49-F238E27FC236}">
                    <a16:creationId xmlns:a16="http://schemas.microsoft.com/office/drawing/2014/main" id="{EAD147F2-2501-F726-F2C7-952B2753336B}"/>
                  </a:ext>
                </a:extLst>
              </p:cNvPr>
              <p:cNvSpPr/>
              <p:nvPr/>
            </p:nvSpPr>
            <p:spPr>
              <a:xfrm>
                <a:off x="-37190575" y="4145233"/>
                <a:ext cx="126825" cy="122900"/>
              </a:xfrm>
              <a:custGeom>
                <a:avLst/>
                <a:gdLst/>
                <a:ahLst/>
                <a:cxnLst/>
                <a:rect l="l" t="t" r="r" b="b"/>
                <a:pathLst>
                  <a:path w="5073" h="4916" extrusionOk="0">
                    <a:moveTo>
                      <a:pt x="2238" y="1"/>
                    </a:moveTo>
                    <a:cubicBezTo>
                      <a:pt x="1986" y="442"/>
                      <a:pt x="1671" y="820"/>
                      <a:pt x="1324" y="1229"/>
                    </a:cubicBezTo>
                    <a:cubicBezTo>
                      <a:pt x="946" y="1671"/>
                      <a:pt x="473" y="1986"/>
                      <a:pt x="1" y="2238"/>
                    </a:cubicBezTo>
                    <a:lnTo>
                      <a:pt x="2206" y="4443"/>
                    </a:lnTo>
                    <a:cubicBezTo>
                      <a:pt x="2521" y="4758"/>
                      <a:pt x="2923" y="4916"/>
                      <a:pt x="3325" y="4916"/>
                    </a:cubicBezTo>
                    <a:cubicBezTo>
                      <a:pt x="3726" y="4916"/>
                      <a:pt x="4128" y="4758"/>
                      <a:pt x="4443" y="4443"/>
                    </a:cubicBezTo>
                    <a:cubicBezTo>
                      <a:pt x="5073" y="3813"/>
                      <a:pt x="5073" y="2836"/>
                      <a:pt x="4443" y="2206"/>
                    </a:cubicBez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317;p30">
                <a:extLst>
                  <a:ext uri="{FF2B5EF4-FFF2-40B4-BE49-F238E27FC236}">
                    <a16:creationId xmlns:a16="http://schemas.microsoft.com/office/drawing/2014/main" id="{F7BC4532-0571-4512-2804-5FA69040157C}"/>
                  </a:ext>
                </a:extLst>
              </p:cNvPr>
              <p:cNvSpPr/>
              <p:nvPr/>
            </p:nvSpPr>
            <p:spPr>
              <a:xfrm>
                <a:off x="-37385100" y="3949908"/>
                <a:ext cx="248125" cy="248950"/>
              </a:xfrm>
              <a:custGeom>
                <a:avLst/>
                <a:gdLst/>
                <a:ahLst/>
                <a:cxnLst/>
                <a:rect l="l" t="t" r="r" b="b"/>
                <a:pathLst>
                  <a:path w="9925" h="9958" extrusionOk="0">
                    <a:moveTo>
                      <a:pt x="4978" y="1702"/>
                    </a:moveTo>
                    <a:cubicBezTo>
                      <a:pt x="6774" y="1702"/>
                      <a:pt x="8286" y="3214"/>
                      <a:pt x="8286" y="5010"/>
                    </a:cubicBezTo>
                    <a:cubicBezTo>
                      <a:pt x="8254" y="5892"/>
                      <a:pt x="7939" y="6711"/>
                      <a:pt x="7341" y="7310"/>
                    </a:cubicBezTo>
                    <a:cubicBezTo>
                      <a:pt x="6742" y="7908"/>
                      <a:pt x="5923" y="8318"/>
                      <a:pt x="4978" y="8318"/>
                    </a:cubicBezTo>
                    <a:cubicBezTo>
                      <a:pt x="3151" y="8318"/>
                      <a:pt x="1670" y="6837"/>
                      <a:pt x="1670" y="5010"/>
                    </a:cubicBezTo>
                    <a:cubicBezTo>
                      <a:pt x="1670" y="3214"/>
                      <a:pt x="3151" y="1702"/>
                      <a:pt x="4978" y="1702"/>
                    </a:cubicBezTo>
                    <a:close/>
                    <a:moveTo>
                      <a:pt x="4978" y="1"/>
                    </a:moveTo>
                    <a:cubicBezTo>
                      <a:pt x="2268" y="1"/>
                      <a:pt x="0" y="2269"/>
                      <a:pt x="0" y="4978"/>
                    </a:cubicBezTo>
                    <a:cubicBezTo>
                      <a:pt x="0" y="7688"/>
                      <a:pt x="2268" y="9956"/>
                      <a:pt x="4978" y="9956"/>
                    </a:cubicBezTo>
                    <a:cubicBezTo>
                      <a:pt x="5013" y="9957"/>
                      <a:pt x="5048" y="9957"/>
                      <a:pt x="5083" y="9957"/>
                    </a:cubicBezTo>
                    <a:cubicBezTo>
                      <a:pt x="6367" y="9957"/>
                      <a:pt x="7586" y="9395"/>
                      <a:pt x="8506" y="8444"/>
                    </a:cubicBezTo>
                    <a:cubicBezTo>
                      <a:pt x="9420" y="7499"/>
                      <a:pt x="9924" y="6270"/>
                      <a:pt x="9924" y="4978"/>
                    </a:cubicBezTo>
                    <a:cubicBezTo>
                      <a:pt x="9924" y="2269"/>
                      <a:pt x="7687" y="1"/>
                      <a:pt x="4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Rectangle 4">
            <a:extLst>
              <a:ext uri="{FF2B5EF4-FFF2-40B4-BE49-F238E27FC236}">
                <a16:creationId xmlns:a16="http://schemas.microsoft.com/office/drawing/2014/main" id="{667D290B-186F-B42E-1701-CD1FCD03D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908" y="3123227"/>
            <a:ext cx="5761514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Search bar + AI results panel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(The core user interaction)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Gradient background with policy cards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(The visual style)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Secure user authentication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(Login and register pages)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Responsive layout using simple HTML/CSS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(The technical foundation)</a:t>
            </a:r>
          </a:p>
        </p:txBody>
      </p:sp>
    </p:spTree>
    <p:extLst>
      <p:ext uri="{BB962C8B-B14F-4D97-AF65-F5344CB8AC3E}">
        <p14:creationId xmlns:p14="http://schemas.microsoft.com/office/powerpoint/2010/main" val="4266625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1353-2356-938D-6F79-54C0FD2DD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925" y="1154423"/>
            <a:ext cx="3439173" cy="2364190"/>
          </a:xfrm>
        </p:spPr>
        <p:txBody>
          <a:bodyPr/>
          <a:lstStyle/>
          <a:p>
            <a:r>
              <a:rPr lang="en-US" sz="5000" dirty="0">
                <a:solidFill>
                  <a:schemeClr val="accent1">
                    <a:lumMod val="50000"/>
                  </a:schemeClr>
                </a:solidFill>
              </a:rPr>
              <a:t>Quantum</a:t>
            </a:r>
            <a:br>
              <a:rPr lang="en-US" sz="5000" dirty="0"/>
            </a:br>
            <a:r>
              <a:rPr lang="en-US" sz="5000" dirty="0"/>
              <a:t>Part</a:t>
            </a:r>
            <a:endParaRPr lang="en-IN" sz="5000" dirty="0"/>
          </a:p>
        </p:txBody>
      </p:sp>
      <p:sp>
        <p:nvSpPr>
          <p:cNvPr id="3" name="Google Shape;191;p26">
            <a:extLst>
              <a:ext uri="{FF2B5EF4-FFF2-40B4-BE49-F238E27FC236}">
                <a16:creationId xmlns:a16="http://schemas.microsoft.com/office/drawing/2014/main" id="{26C85815-7579-77EC-32F9-28C1E06A9D38}"/>
              </a:ext>
            </a:extLst>
          </p:cNvPr>
          <p:cNvSpPr/>
          <p:nvPr/>
        </p:nvSpPr>
        <p:spPr>
          <a:xfrm>
            <a:off x="5138850" y="1617975"/>
            <a:ext cx="554700" cy="554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194;p26">
            <a:extLst>
              <a:ext uri="{FF2B5EF4-FFF2-40B4-BE49-F238E27FC236}">
                <a16:creationId xmlns:a16="http://schemas.microsoft.com/office/drawing/2014/main" id="{B25FAB00-A06F-8E82-56B8-CDCEAEBFC022}"/>
              </a:ext>
            </a:extLst>
          </p:cNvPr>
          <p:cNvGrpSpPr/>
          <p:nvPr/>
        </p:nvGrpSpPr>
        <p:grpSpPr>
          <a:xfrm>
            <a:off x="5344810" y="1858671"/>
            <a:ext cx="2311092" cy="1426206"/>
            <a:chOff x="-3367025" y="741238"/>
            <a:chExt cx="2445600" cy="1509213"/>
          </a:xfrm>
        </p:grpSpPr>
        <p:sp>
          <p:nvSpPr>
            <p:cNvPr id="5" name="Google Shape;195;p26">
              <a:extLst>
                <a:ext uri="{FF2B5EF4-FFF2-40B4-BE49-F238E27FC236}">
                  <a16:creationId xmlns:a16="http://schemas.microsoft.com/office/drawing/2014/main" id="{2E896CFC-E79A-CC01-D707-7BC0DB414A61}"/>
                </a:ext>
              </a:extLst>
            </p:cNvPr>
            <p:cNvSpPr/>
            <p:nvPr/>
          </p:nvSpPr>
          <p:spPr>
            <a:xfrm>
              <a:off x="-3367025" y="2092050"/>
              <a:ext cx="2445600" cy="158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6;p26">
              <a:extLst>
                <a:ext uri="{FF2B5EF4-FFF2-40B4-BE49-F238E27FC236}">
                  <a16:creationId xmlns:a16="http://schemas.microsoft.com/office/drawing/2014/main" id="{D2E95112-8464-977A-B93C-2B36719B80B5}"/>
                </a:ext>
              </a:extLst>
            </p:cNvPr>
            <p:cNvSpPr/>
            <p:nvPr/>
          </p:nvSpPr>
          <p:spPr>
            <a:xfrm>
              <a:off x="-3275975" y="741238"/>
              <a:ext cx="2263500" cy="1350300"/>
            </a:xfrm>
            <a:prstGeom prst="roundRect">
              <a:avLst>
                <a:gd name="adj" fmla="val 246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7;p26">
              <a:extLst>
                <a:ext uri="{FF2B5EF4-FFF2-40B4-BE49-F238E27FC236}">
                  <a16:creationId xmlns:a16="http://schemas.microsoft.com/office/drawing/2014/main" id="{52B56D60-787E-B81E-BF78-9E24D8CB3268}"/>
                </a:ext>
              </a:extLst>
            </p:cNvPr>
            <p:cNvSpPr/>
            <p:nvPr/>
          </p:nvSpPr>
          <p:spPr>
            <a:xfrm>
              <a:off x="-3275925" y="2036775"/>
              <a:ext cx="2263378" cy="55521"/>
            </a:xfrm>
            <a:custGeom>
              <a:avLst/>
              <a:gdLst/>
              <a:ahLst/>
              <a:cxnLst/>
              <a:rect l="l" t="t" r="r" b="b"/>
              <a:pathLst>
                <a:path w="170403" h="3582" extrusionOk="0">
                  <a:moveTo>
                    <a:pt x="0" y="0"/>
                  </a:moveTo>
                  <a:lnTo>
                    <a:pt x="0" y="3582"/>
                  </a:lnTo>
                  <a:lnTo>
                    <a:pt x="170403" y="3582"/>
                  </a:lnTo>
                  <a:lnTo>
                    <a:pt x="1704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8;p26">
              <a:extLst>
                <a:ext uri="{FF2B5EF4-FFF2-40B4-BE49-F238E27FC236}">
                  <a16:creationId xmlns:a16="http://schemas.microsoft.com/office/drawing/2014/main" id="{4A77381E-09EC-4D6A-3BD5-A57A8E62A4D7}"/>
                </a:ext>
              </a:extLst>
            </p:cNvPr>
            <p:cNvSpPr/>
            <p:nvPr/>
          </p:nvSpPr>
          <p:spPr>
            <a:xfrm>
              <a:off x="-3197975" y="848338"/>
              <a:ext cx="2107500" cy="11361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9;p26">
              <a:extLst>
                <a:ext uri="{FF2B5EF4-FFF2-40B4-BE49-F238E27FC236}">
                  <a16:creationId xmlns:a16="http://schemas.microsoft.com/office/drawing/2014/main" id="{C5D4C9BA-16D6-C2B7-FA57-E13176064D22}"/>
                </a:ext>
              </a:extLst>
            </p:cNvPr>
            <p:cNvSpPr/>
            <p:nvPr/>
          </p:nvSpPr>
          <p:spPr>
            <a:xfrm>
              <a:off x="-3197975" y="847650"/>
              <a:ext cx="2107500" cy="158400"/>
            </a:xfrm>
            <a:prstGeom prst="roundRect">
              <a:avLst>
                <a:gd name="adj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200;p26">
            <a:extLst>
              <a:ext uri="{FF2B5EF4-FFF2-40B4-BE49-F238E27FC236}">
                <a16:creationId xmlns:a16="http://schemas.microsoft.com/office/drawing/2014/main" id="{36CDE592-3C25-97AE-8F2F-3EEF1BDFEFA4}"/>
              </a:ext>
            </a:extLst>
          </p:cNvPr>
          <p:cNvGrpSpPr/>
          <p:nvPr/>
        </p:nvGrpSpPr>
        <p:grpSpPr>
          <a:xfrm>
            <a:off x="5749524" y="1516552"/>
            <a:ext cx="1500980" cy="1426055"/>
            <a:chOff x="6520459" y="-2363338"/>
            <a:chExt cx="1969532" cy="1871217"/>
          </a:xfrm>
        </p:grpSpPr>
        <p:sp>
          <p:nvSpPr>
            <p:cNvPr id="11" name="Google Shape;201;p26">
              <a:extLst>
                <a:ext uri="{FF2B5EF4-FFF2-40B4-BE49-F238E27FC236}">
                  <a16:creationId xmlns:a16="http://schemas.microsoft.com/office/drawing/2014/main" id="{E3E1A746-097E-5BE2-21ED-09C6CB319B7E}"/>
                </a:ext>
              </a:extLst>
            </p:cNvPr>
            <p:cNvSpPr/>
            <p:nvPr/>
          </p:nvSpPr>
          <p:spPr>
            <a:xfrm>
              <a:off x="6520459" y="-2363338"/>
              <a:ext cx="1969532" cy="1871217"/>
            </a:xfrm>
            <a:custGeom>
              <a:avLst/>
              <a:gdLst/>
              <a:ahLst/>
              <a:cxnLst/>
              <a:rect l="l" t="t" r="r" b="b"/>
              <a:pathLst>
                <a:path w="148364" h="140958" extrusionOk="0">
                  <a:moveTo>
                    <a:pt x="57509" y="0"/>
                  </a:moveTo>
                  <a:cubicBezTo>
                    <a:pt x="57349" y="0"/>
                    <a:pt x="57188" y="2"/>
                    <a:pt x="57026" y="6"/>
                  </a:cubicBezTo>
                  <a:cubicBezTo>
                    <a:pt x="46803" y="232"/>
                    <a:pt x="39270" y="6842"/>
                    <a:pt x="37039" y="14016"/>
                  </a:cubicBezTo>
                  <a:cubicBezTo>
                    <a:pt x="37039" y="14016"/>
                    <a:pt x="16155" y="19276"/>
                    <a:pt x="21576" y="41595"/>
                  </a:cubicBezTo>
                  <a:cubicBezTo>
                    <a:pt x="21576" y="41595"/>
                    <a:pt x="1" y="50122"/>
                    <a:pt x="9461" y="78898"/>
                  </a:cubicBezTo>
                  <a:cubicBezTo>
                    <a:pt x="9461" y="78898"/>
                    <a:pt x="1543" y="92735"/>
                    <a:pt x="5475" y="105202"/>
                  </a:cubicBezTo>
                  <a:cubicBezTo>
                    <a:pt x="9719" y="118650"/>
                    <a:pt x="19186" y="123854"/>
                    <a:pt x="19186" y="123854"/>
                  </a:cubicBezTo>
                  <a:cubicBezTo>
                    <a:pt x="19186" y="123854"/>
                    <a:pt x="19977" y="137126"/>
                    <a:pt x="34648" y="140274"/>
                  </a:cubicBezTo>
                  <a:cubicBezTo>
                    <a:pt x="36816" y="140739"/>
                    <a:pt x="38958" y="140958"/>
                    <a:pt x="41033" y="140958"/>
                  </a:cubicBezTo>
                  <a:cubicBezTo>
                    <a:pt x="51491" y="140958"/>
                    <a:pt x="60280" y="135394"/>
                    <a:pt x="62408" y="127680"/>
                  </a:cubicBezTo>
                  <a:cubicBezTo>
                    <a:pt x="62408" y="127680"/>
                    <a:pt x="62408" y="127680"/>
                    <a:pt x="62409" y="127680"/>
                  </a:cubicBezTo>
                  <a:cubicBezTo>
                    <a:pt x="62495" y="127680"/>
                    <a:pt x="70237" y="127666"/>
                    <a:pt x="74182" y="122737"/>
                  </a:cubicBezTo>
                  <a:cubicBezTo>
                    <a:pt x="78130" y="127666"/>
                    <a:pt x="85872" y="127680"/>
                    <a:pt x="85958" y="127680"/>
                  </a:cubicBezTo>
                  <a:cubicBezTo>
                    <a:pt x="85959" y="127680"/>
                    <a:pt x="85959" y="127680"/>
                    <a:pt x="85959" y="127680"/>
                  </a:cubicBezTo>
                  <a:cubicBezTo>
                    <a:pt x="88087" y="135394"/>
                    <a:pt x="96876" y="140958"/>
                    <a:pt x="107334" y="140958"/>
                  </a:cubicBezTo>
                  <a:cubicBezTo>
                    <a:pt x="109410" y="140958"/>
                    <a:pt x="111551" y="140739"/>
                    <a:pt x="113719" y="140274"/>
                  </a:cubicBezTo>
                  <a:cubicBezTo>
                    <a:pt x="128390" y="137126"/>
                    <a:pt x="129182" y="123854"/>
                    <a:pt x="129182" y="123854"/>
                  </a:cubicBezTo>
                  <a:cubicBezTo>
                    <a:pt x="129182" y="123854"/>
                    <a:pt x="138648" y="118650"/>
                    <a:pt x="142892" y="105202"/>
                  </a:cubicBezTo>
                  <a:cubicBezTo>
                    <a:pt x="146825" y="92735"/>
                    <a:pt x="138907" y="78898"/>
                    <a:pt x="138907" y="78898"/>
                  </a:cubicBezTo>
                  <a:cubicBezTo>
                    <a:pt x="148364" y="50122"/>
                    <a:pt x="126791" y="41595"/>
                    <a:pt x="126791" y="41595"/>
                  </a:cubicBezTo>
                  <a:cubicBezTo>
                    <a:pt x="132212" y="19276"/>
                    <a:pt x="111326" y="14016"/>
                    <a:pt x="111326" y="14016"/>
                  </a:cubicBezTo>
                  <a:cubicBezTo>
                    <a:pt x="109095" y="6842"/>
                    <a:pt x="101564" y="232"/>
                    <a:pt x="91341" y="6"/>
                  </a:cubicBezTo>
                  <a:cubicBezTo>
                    <a:pt x="91179" y="2"/>
                    <a:pt x="91018" y="0"/>
                    <a:pt x="90858" y="0"/>
                  </a:cubicBezTo>
                  <a:cubicBezTo>
                    <a:pt x="79725" y="0"/>
                    <a:pt x="74182" y="8595"/>
                    <a:pt x="74182" y="8595"/>
                  </a:cubicBezTo>
                  <a:cubicBezTo>
                    <a:pt x="74182" y="8595"/>
                    <a:pt x="68642" y="0"/>
                    <a:pt x="5750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2;p26">
              <a:extLst>
                <a:ext uri="{FF2B5EF4-FFF2-40B4-BE49-F238E27FC236}">
                  <a16:creationId xmlns:a16="http://schemas.microsoft.com/office/drawing/2014/main" id="{C67934B6-CBBE-E3D2-04BE-599CF90E3C7A}"/>
                </a:ext>
              </a:extLst>
            </p:cNvPr>
            <p:cNvSpPr/>
            <p:nvPr/>
          </p:nvSpPr>
          <p:spPr>
            <a:xfrm>
              <a:off x="7505225" y="-2363338"/>
              <a:ext cx="984766" cy="1871217"/>
            </a:xfrm>
            <a:custGeom>
              <a:avLst/>
              <a:gdLst/>
              <a:ahLst/>
              <a:cxnLst/>
              <a:rect l="l" t="t" r="r" b="b"/>
              <a:pathLst>
                <a:path w="74182" h="140958" extrusionOk="0">
                  <a:moveTo>
                    <a:pt x="16676" y="0"/>
                  </a:moveTo>
                  <a:cubicBezTo>
                    <a:pt x="5543" y="0"/>
                    <a:pt x="0" y="8595"/>
                    <a:pt x="0" y="8595"/>
                  </a:cubicBezTo>
                  <a:lnTo>
                    <a:pt x="0" y="122739"/>
                  </a:lnTo>
                  <a:cubicBezTo>
                    <a:pt x="3948" y="127666"/>
                    <a:pt x="11690" y="127680"/>
                    <a:pt x="11776" y="127680"/>
                  </a:cubicBezTo>
                  <a:cubicBezTo>
                    <a:pt x="11777" y="127680"/>
                    <a:pt x="11777" y="127680"/>
                    <a:pt x="11777" y="127680"/>
                  </a:cubicBezTo>
                  <a:cubicBezTo>
                    <a:pt x="13905" y="135394"/>
                    <a:pt x="22694" y="140958"/>
                    <a:pt x="33150" y="140958"/>
                  </a:cubicBezTo>
                  <a:cubicBezTo>
                    <a:pt x="35226" y="140958"/>
                    <a:pt x="37367" y="140739"/>
                    <a:pt x="39535" y="140274"/>
                  </a:cubicBezTo>
                  <a:cubicBezTo>
                    <a:pt x="54208" y="137126"/>
                    <a:pt x="55000" y="123854"/>
                    <a:pt x="55000" y="123854"/>
                  </a:cubicBezTo>
                  <a:cubicBezTo>
                    <a:pt x="55000" y="123854"/>
                    <a:pt x="64466" y="118650"/>
                    <a:pt x="68710" y="105202"/>
                  </a:cubicBezTo>
                  <a:cubicBezTo>
                    <a:pt x="72643" y="92735"/>
                    <a:pt x="64725" y="78898"/>
                    <a:pt x="64725" y="78898"/>
                  </a:cubicBezTo>
                  <a:cubicBezTo>
                    <a:pt x="74182" y="50122"/>
                    <a:pt x="52609" y="41595"/>
                    <a:pt x="52609" y="41595"/>
                  </a:cubicBezTo>
                  <a:cubicBezTo>
                    <a:pt x="58030" y="19276"/>
                    <a:pt x="37144" y="14016"/>
                    <a:pt x="37144" y="14016"/>
                  </a:cubicBezTo>
                  <a:cubicBezTo>
                    <a:pt x="34913" y="6842"/>
                    <a:pt x="27382" y="232"/>
                    <a:pt x="17159" y="6"/>
                  </a:cubicBezTo>
                  <a:cubicBezTo>
                    <a:pt x="16997" y="2"/>
                    <a:pt x="16836" y="0"/>
                    <a:pt x="1667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203;p26">
            <a:extLst>
              <a:ext uri="{FF2B5EF4-FFF2-40B4-BE49-F238E27FC236}">
                <a16:creationId xmlns:a16="http://schemas.microsoft.com/office/drawing/2014/main" id="{E1AFAD97-31CC-B157-DF66-E2CBEC646B5F}"/>
              </a:ext>
            </a:extLst>
          </p:cNvPr>
          <p:cNvGrpSpPr/>
          <p:nvPr/>
        </p:nvGrpSpPr>
        <p:grpSpPr>
          <a:xfrm>
            <a:off x="6164522" y="1248648"/>
            <a:ext cx="671666" cy="1052456"/>
            <a:chOff x="4572004" y="-1734319"/>
            <a:chExt cx="753157" cy="1180147"/>
          </a:xfrm>
        </p:grpSpPr>
        <p:sp>
          <p:nvSpPr>
            <p:cNvPr id="14" name="Google Shape;204;p26">
              <a:extLst>
                <a:ext uri="{FF2B5EF4-FFF2-40B4-BE49-F238E27FC236}">
                  <a16:creationId xmlns:a16="http://schemas.microsoft.com/office/drawing/2014/main" id="{A44B303A-F5EA-9897-EFAD-BE3B7AFD3DCB}"/>
                </a:ext>
              </a:extLst>
            </p:cNvPr>
            <p:cNvSpPr/>
            <p:nvPr/>
          </p:nvSpPr>
          <p:spPr>
            <a:xfrm>
              <a:off x="4797599" y="-744920"/>
              <a:ext cx="301993" cy="190748"/>
            </a:xfrm>
            <a:custGeom>
              <a:avLst/>
              <a:gdLst/>
              <a:ahLst/>
              <a:cxnLst/>
              <a:rect l="l" t="t" r="r" b="b"/>
              <a:pathLst>
                <a:path w="22749" h="14369" extrusionOk="0">
                  <a:moveTo>
                    <a:pt x="1" y="0"/>
                  </a:moveTo>
                  <a:lnTo>
                    <a:pt x="1" y="2993"/>
                  </a:lnTo>
                  <a:cubicBezTo>
                    <a:pt x="1" y="9275"/>
                    <a:pt x="5092" y="14369"/>
                    <a:pt x="11373" y="14369"/>
                  </a:cubicBezTo>
                  <a:cubicBezTo>
                    <a:pt x="17655" y="14369"/>
                    <a:pt x="22749" y="9275"/>
                    <a:pt x="22749" y="2993"/>
                  </a:cubicBezTo>
                  <a:lnTo>
                    <a:pt x="2274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05;p26">
              <a:extLst>
                <a:ext uri="{FF2B5EF4-FFF2-40B4-BE49-F238E27FC236}">
                  <a16:creationId xmlns:a16="http://schemas.microsoft.com/office/drawing/2014/main" id="{CAF65E88-F6FF-7CD5-EF6B-9E28F5512D0C}"/>
                </a:ext>
              </a:extLst>
            </p:cNvPr>
            <p:cNvSpPr/>
            <p:nvPr/>
          </p:nvSpPr>
          <p:spPr>
            <a:xfrm>
              <a:off x="4572004" y="-1734319"/>
              <a:ext cx="753157" cy="938835"/>
            </a:xfrm>
            <a:custGeom>
              <a:avLst/>
              <a:gdLst/>
              <a:ahLst/>
              <a:cxnLst/>
              <a:rect l="l" t="t" r="r" b="b"/>
              <a:pathLst>
                <a:path w="56735" h="70722" extrusionOk="0">
                  <a:moveTo>
                    <a:pt x="28368" y="1"/>
                  </a:moveTo>
                  <a:cubicBezTo>
                    <a:pt x="28153" y="1"/>
                    <a:pt x="27937" y="3"/>
                    <a:pt x="27721" y="8"/>
                  </a:cubicBezTo>
                  <a:cubicBezTo>
                    <a:pt x="12224" y="354"/>
                    <a:pt x="0" y="12867"/>
                    <a:pt x="0" y="28368"/>
                  </a:cubicBezTo>
                  <a:cubicBezTo>
                    <a:pt x="0" y="36702"/>
                    <a:pt x="3596" y="44193"/>
                    <a:pt x="9319" y="49381"/>
                  </a:cubicBezTo>
                  <a:cubicBezTo>
                    <a:pt x="13238" y="52933"/>
                    <a:pt x="15525" y="57934"/>
                    <a:pt x="15525" y="63221"/>
                  </a:cubicBezTo>
                  <a:lnTo>
                    <a:pt x="15525" y="70721"/>
                  </a:lnTo>
                  <a:lnTo>
                    <a:pt x="41210" y="70721"/>
                  </a:lnTo>
                  <a:lnTo>
                    <a:pt x="41210" y="63221"/>
                  </a:lnTo>
                  <a:cubicBezTo>
                    <a:pt x="41210" y="57934"/>
                    <a:pt x="43500" y="52930"/>
                    <a:pt x="47418" y="49379"/>
                  </a:cubicBezTo>
                  <a:cubicBezTo>
                    <a:pt x="53139" y="44191"/>
                    <a:pt x="56735" y="36702"/>
                    <a:pt x="56735" y="28368"/>
                  </a:cubicBezTo>
                  <a:cubicBezTo>
                    <a:pt x="56735" y="12701"/>
                    <a:pt x="44035" y="1"/>
                    <a:pt x="2836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06;p26">
              <a:extLst>
                <a:ext uri="{FF2B5EF4-FFF2-40B4-BE49-F238E27FC236}">
                  <a16:creationId xmlns:a16="http://schemas.microsoft.com/office/drawing/2014/main" id="{D59E13FC-1C0C-FBC4-4716-CF89E96FE531}"/>
                </a:ext>
              </a:extLst>
            </p:cNvPr>
            <p:cNvSpPr/>
            <p:nvPr/>
          </p:nvSpPr>
          <p:spPr>
            <a:xfrm>
              <a:off x="4830229" y="-1239613"/>
              <a:ext cx="236733" cy="392568"/>
            </a:xfrm>
            <a:custGeom>
              <a:avLst/>
              <a:gdLst/>
              <a:ahLst/>
              <a:cxnLst/>
              <a:rect l="l" t="t" r="r" b="b"/>
              <a:pathLst>
                <a:path w="17833" h="29572" extrusionOk="0">
                  <a:moveTo>
                    <a:pt x="705" y="1"/>
                  </a:moveTo>
                  <a:cubicBezTo>
                    <a:pt x="604" y="1"/>
                    <a:pt x="501" y="23"/>
                    <a:pt x="407" y="70"/>
                  </a:cubicBezTo>
                  <a:cubicBezTo>
                    <a:pt x="146" y="202"/>
                    <a:pt x="0" y="486"/>
                    <a:pt x="47" y="774"/>
                  </a:cubicBezTo>
                  <a:lnTo>
                    <a:pt x="4549" y="29008"/>
                  </a:lnTo>
                  <a:cubicBezTo>
                    <a:pt x="4601" y="29335"/>
                    <a:pt x="4879" y="29571"/>
                    <a:pt x="5201" y="29571"/>
                  </a:cubicBezTo>
                  <a:cubicBezTo>
                    <a:pt x="5238" y="29571"/>
                    <a:pt x="5275" y="29568"/>
                    <a:pt x="5313" y="29562"/>
                  </a:cubicBezTo>
                  <a:cubicBezTo>
                    <a:pt x="5678" y="29504"/>
                    <a:pt x="5927" y="29163"/>
                    <a:pt x="5867" y="28798"/>
                  </a:cubicBezTo>
                  <a:lnTo>
                    <a:pt x="1678" y="2533"/>
                  </a:lnTo>
                  <a:lnTo>
                    <a:pt x="1678" y="2533"/>
                  </a:lnTo>
                  <a:cubicBezTo>
                    <a:pt x="1997" y="2725"/>
                    <a:pt x="2367" y="2819"/>
                    <a:pt x="2739" y="2819"/>
                  </a:cubicBezTo>
                  <a:cubicBezTo>
                    <a:pt x="3299" y="2819"/>
                    <a:pt x="3862" y="2606"/>
                    <a:pt x="4263" y="2191"/>
                  </a:cubicBezTo>
                  <a:cubicBezTo>
                    <a:pt x="4407" y="2043"/>
                    <a:pt x="4608" y="1968"/>
                    <a:pt x="4809" y="1968"/>
                  </a:cubicBezTo>
                  <a:cubicBezTo>
                    <a:pt x="5009" y="1968"/>
                    <a:pt x="5210" y="2043"/>
                    <a:pt x="5355" y="2191"/>
                  </a:cubicBezTo>
                  <a:cubicBezTo>
                    <a:pt x="5754" y="2604"/>
                    <a:pt x="6289" y="2831"/>
                    <a:pt x="6861" y="2831"/>
                  </a:cubicBezTo>
                  <a:cubicBezTo>
                    <a:pt x="7434" y="2831"/>
                    <a:pt x="7969" y="2604"/>
                    <a:pt x="8368" y="2191"/>
                  </a:cubicBezTo>
                  <a:cubicBezTo>
                    <a:pt x="8513" y="2043"/>
                    <a:pt x="8713" y="1968"/>
                    <a:pt x="8914" y="1968"/>
                  </a:cubicBezTo>
                  <a:cubicBezTo>
                    <a:pt x="9115" y="1968"/>
                    <a:pt x="9316" y="2043"/>
                    <a:pt x="9460" y="2191"/>
                  </a:cubicBezTo>
                  <a:cubicBezTo>
                    <a:pt x="9465" y="2196"/>
                    <a:pt x="9469" y="2201"/>
                    <a:pt x="9474" y="2208"/>
                  </a:cubicBezTo>
                  <a:cubicBezTo>
                    <a:pt x="9871" y="2610"/>
                    <a:pt x="10418" y="2811"/>
                    <a:pt x="10965" y="2811"/>
                  </a:cubicBezTo>
                  <a:cubicBezTo>
                    <a:pt x="11520" y="2811"/>
                    <a:pt x="12075" y="2605"/>
                    <a:pt x="12474" y="2191"/>
                  </a:cubicBezTo>
                  <a:cubicBezTo>
                    <a:pt x="12619" y="2042"/>
                    <a:pt x="12819" y="1967"/>
                    <a:pt x="13020" y="1967"/>
                  </a:cubicBezTo>
                  <a:cubicBezTo>
                    <a:pt x="13221" y="1967"/>
                    <a:pt x="13422" y="2042"/>
                    <a:pt x="13568" y="2194"/>
                  </a:cubicBezTo>
                  <a:cubicBezTo>
                    <a:pt x="13969" y="2608"/>
                    <a:pt x="14533" y="2821"/>
                    <a:pt x="15092" y="2821"/>
                  </a:cubicBezTo>
                  <a:cubicBezTo>
                    <a:pt x="15465" y="2821"/>
                    <a:pt x="15835" y="2726"/>
                    <a:pt x="16155" y="2533"/>
                  </a:cubicBezTo>
                  <a:lnTo>
                    <a:pt x="16155" y="2533"/>
                  </a:lnTo>
                  <a:lnTo>
                    <a:pt x="11966" y="28798"/>
                  </a:lnTo>
                  <a:cubicBezTo>
                    <a:pt x="11906" y="29163"/>
                    <a:pt x="12156" y="29504"/>
                    <a:pt x="12520" y="29562"/>
                  </a:cubicBezTo>
                  <a:cubicBezTo>
                    <a:pt x="12555" y="29569"/>
                    <a:pt x="12589" y="29571"/>
                    <a:pt x="12626" y="29571"/>
                  </a:cubicBezTo>
                  <a:cubicBezTo>
                    <a:pt x="12947" y="29571"/>
                    <a:pt x="13231" y="29338"/>
                    <a:pt x="13284" y="29008"/>
                  </a:cubicBezTo>
                  <a:lnTo>
                    <a:pt x="17787" y="774"/>
                  </a:lnTo>
                  <a:cubicBezTo>
                    <a:pt x="17833" y="486"/>
                    <a:pt x="17687" y="202"/>
                    <a:pt x="17427" y="70"/>
                  </a:cubicBezTo>
                  <a:cubicBezTo>
                    <a:pt x="17332" y="23"/>
                    <a:pt x="17230" y="1"/>
                    <a:pt x="17129" y="1"/>
                  </a:cubicBezTo>
                  <a:cubicBezTo>
                    <a:pt x="16952" y="1"/>
                    <a:pt x="16778" y="71"/>
                    <a:pt x="16649" y="204"/>
                  </a:cubicBezTo>
                  <a:lnTo>
                    <a:pt x="15620" y="1264"/>
                  </a:lnTo>
                  <a:cubicBezTo>
                    <a:pt x="15475" y="1414"/>
                    <a:pt x="15275" y="1489"/>
                    <a:pt x="15074" y="1489"/>
                  </a:cubicBezTo>
                  <a:cubicBezTo>
                    <a:pt x="14874" y="1489"/>
                    <a:pt x="14672" y="1414"/>
                    <a:pt x="14526" y="1261"/>
                  </a:cubicBezTo>
                  <a:cubicBezTo>
                    <a:pt x="14126" y="851"/>
                    <a:pt x="13573" y="645"/>
                    <a:pt x="13020" y="645"/>
                  </a:cubicBezTo>
                  <a:cubicBezTo>
                    <a:pt x="12467" y="645"/>
                    <a:pt x="11913" y="851"/>
                    <a:pt x="11514" y="1264"/>
                  </a:cubicBezTo>
                  <a:cubicBezTo>
                    <a:pt x="11370" y="1412"/>
                    <a:pt x="11169" y="1487"/>
                    <a:pt x="10968" y="1487"/>
                  </a:cubicBezTo>
                  <a:cubicBezTo>
                    <a:pt x="10767" y="1487"/>
                    <a:pt x="10565" y="1412"/>
                    <a:pt x="10420" y="1264"/>
                  </a:cubicBezTo>
                  <a:lnTo>
                    <a:pt x="10406" y="1250"/>
                  </a:lnTo>
                  <a:cubicBezTo>
                    <a:pt x="10010" y="847"/>
                    <a:pt x="9463" y="646"/>
                    <a:pt x="8916" y="646"/>
                  </a:cubicBezTo>
                  <a:cubicBezTo>
                    <a:pt x="8362" y="646"/>
                    <a:pt x="7808" y="852"/>
                    <a:pt x="7408" y="1264"/>
                  </a:cubicBezTo>
                  <a:cubicBezTo>
                    <a:pt x="7264" y="1413"/>
                    <a:pt x="7064" y="1488"/>
                    <a:pt x="6863" y="1488"/>
                  </a:cubicBezTo>
                  <a:cubicBezTo>
                    <a:pt x="6661" y="1488"/>
                    <a:pt x="6459" y="1413"/>
                    <a:pt x="6315" y="1264"/>
                  </a:cubicBezTo>
                  <a:cubicBezTo>
                    <a:pt x="5917" y="852"/>
                    <a:pt x="5363" y="647"/>
                    <a:pt x="4810" y="647"/>
                  </a:cubicBezTo>
                  <a:cubicBezTo>
                    <a:pt x="4256" y="647"/>
                    <a:pt x="3701" y="853"/>
                    <a:pt x="3303" y="1264"/>
                  </a:cubicBezTo>
                  <a:cubicBezTo>
                    <a:pt x="3159" y="1412"/>
                    <a:pt x="2958" y="1487"/>
                    <a:pt x="2757" y="1487"/>
                  </a:cubicBezTo>
                  <a:cubicBezTo>
                    <a:pt x="2556" y="1487"/>
                    <a:pt x="2356" y="1412"/>
                    <a:pt x="2211" y="1264"/>
                  </a:cubicBezTo>
                  <a:lnTo>
                    <a:pt x="1184" y="204"/>
                  </a:lnTo>
                  <a:cubicBezTo>
                    <a:pt x="1057" y="71"/>
                    <a:pt x="882" y="1"/>
                    <a:pt x="7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07;p26">
              <a:extLst>
                <a:ext uri="{FF2B5EF4-FFF2-40B4-BE49-F238E27FC236}">
                  <a16:creationId xmlns:a16="http://schemas.microsoft.com/office/drawing/2014/main" id="{0958A7E7-0640-B7FF-4C00-6628800DB7F9}"/>
                </a:ext>
              </a:extLst>
            </p:cNvPr>
            <p:cNvSpPr/>
            <p:nvPr/>
          </p:nvSpPr>
          <p:spPr>
            <a:xfrm>
              <a:off x="4650738" y="-1651230"/>
              <a:ext cx="306732" cy="306745"/>
            </a:xfrm>
            <a:custGeom>
              <a:avLst/>
              <a:gdLst/>
              <a:ahLst/>
              <a:cxnLst/>
              <a:rect l="l" t="t" r="r" b="b"/>
              <a:pathLst>
                <a:path w="23106" h="23107" extrusionOk="0">
                  <a:moveTo>
                    <a:pt x="22436" y="1"/>
                  </a:moveTo>
                  <a:cubicBezTo>
                    <a:pt x="10064" y="1"/>
                    <a:pt x="0" y="10067"/>
                    <a:pt x="0" y="22439"/>
                  </a:cubicBezTo>
                  <a:cubicBezTo>
                    <a:pt x="0" y="22809"/>
                    <a:pt x="298" y="23106"/>
                    <a:pt x="667" y="23106"/>
                  </a:cubicBezTo>
                  <a:cubicBezTo>
                    <a:pt x="1036" y="23106"/>
                    <a:pt x="1334" y="22809"/>
                    <a:pt x="1334" y="22439"/>
                  </a:cubicBezTo>
                  <a:cubicBezTo>
                    <a:pt x="1334" y="10804"/>
                    <a:pt x="10801" y="1337"/>
                    <a:pt x="22436" y="1337"/>
                  </a:cubicBezTo>
                  <a:cubicBezTo>
                    <a:pt x="22806" y="1337"/>
                    <a:pt x="23106" y="1039"/>
                    <a:pt x="23106" y="670"/>
                  </a:cubicBezTo>
                  <a:cubicBezTo>
                    <a:pt x="23106" y="301"/>
                    <a:pt x="22806" y="1"/>
                    <a:pt x="22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08;p26">
              <a:extLst>
                <a:ext uri="{FF2B5EF4-FFF2-40B4-BE49-F238E27FC236}">
                  <a16:creationId xmlns:a16="http://schemas.microsoft.com/office/drawing/2014/main" id="{C9D3366E-AADD-2293-AB8F-ECC3B19F9AF5}"/>
                </a:ext>
              </a:extLst>
            </p:cNvPr>
            <p:cNvSpPr/>
            <p:nvPr/>
          </p:nvSpPr>
          <p:spPr>
            <a:xfrm>
              <a:off x="4745800" y="-812925"/>
              <a:ext cx="405600" cy="35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09;p26">
              <a:extLst>
                <a:ext uri="{FF2B5EF4-FFF2-40B4-BE49-F238E27FC236}">
                  <a16:creationId xmlns:a16="http://schemas.microsoft.com/office/drawing/2014/main" id="{47E73298-9670-888B-EFF2-A65C514D63A7}"/>
                </a:ext>
              </a:extLst>
            </p:cNvPr>
            <p:cNvSpPr/>
            <p:nvPr/>
          </p:nvSpPr>
          <p:spPr>
            <a:xfrm>
              <a:off x="4745800" y="-777637"/>
              <a:ext cx="405600" cy="35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0;p26">
              <a:extLst>
                <a:ext uri="{FF2B5EF4-FFF2-40B4-BE49-F238E27FC236}">
                  <a16:creationId xmlns:a16="http://schemas.microsoft.com/office/drawing/2014/main" id="{73A4EC9C-2041-EDF2-B7AD-E7FDEE4328ED}"/>
                </a:ext>
              </a:extLst>
            </p:cNvPr>
            <p:cNvSpPr/>
            <p:nvPr/>
          </p:nvSpPr>
          <p:spPr>
            <a:xfrm>
              <a:off x="4745800" y="-742200"/>
              <a:ext cx="405600" cy="35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1;p26">
              <a:extLst>
                <a:ext uri="{FF2B5EF4-FFF2-40B4-BE49-F238E27FC236}">
                  <a16:creationId xmlns:a16="http://schemas.microsoft.com/office/drawing/2014/main" id="{DEBFEBE4-EA07-4A95-7A06-9F804A140687}"/>
                </a:ext>
              </a:extLst>
            </p:cNvPr>
            <p:cNvSpPr/>
            <p:nvPr/>
          </p:nvSpPr>
          <p:spPr>
            <a:xfrm>
              <a:off x="4745800" y="-706912"/>
              <a:ext cx="405600" cy="35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12;p26">
            <a:extLst>
              <a:ext uri="{FF2B5EF4-FFF2-40B4-BE49-F238E27FC236}">
                <a16:creationId xmlns:a16="http://schemas.microsoft.com/office/drawing/2014/main" id="{87F1F185-C973-3962-ECEB-182DD05578F3}"/>
              </a:ext>
            </a:extLst>
          </p:cNvPr>
          <p:cNvGrpSpPr/>
          <p:nvPr/>
        </p:nvGrpSpPr>
        <p:grpSpPr>
          <a:xfrm>
            <a:off x="5580739" y="2363150"/>
            <a:ext cx="554809" cy="554809"/>
            <a:chOff x="5724800" y="2169125"/>
            <a:chExt cx="587100" cy="587100"/>
          </a:xfrm>
        </p:grpSpPr>
        <p:sp>
          <p:nvSpPr>
            <p:cNvPr id="23" name="Google Shape;213;p26">
              <a:extLst>
                <a:ext uri="{FF2B5EF4-FFF2-40B4-BE49-F238E27FC236}">
                  <a16:creationId xmlns:a16="http://schemas.microsoft.com/office/drawing/2014/main" id="{96FE764D-C662-0E8C-4317-8C295984C9A1}"/>
                </a:ext>
              </a:extLst>
            </p:cNvPr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14;p26">
              <a:extLst>
                <a:ext uri="{FF2B5EF4-FFF2-40B4-BE49-F238E27FC236}">
                  <a16:creationId xmlns:a16="http://schemas.microsoft.com/office/drawing/2014/main" id="{E88DAA57-B05B-248E-D0AC-F26B2910A230}"/>
                </a:ext>
              </a:extLst>
            </p:cNvPr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15;p26">
              <a:extLst>
                <a:ext uri="{FF2B5EF4-FFF2-40B4-BE49-F238E27FC236}">
                  <a16:creationId xmlns:a16="http://schemas.microsoft.com/office/drawing/2014/main" id="{F3EF7538-8512-13A0-98AA-9791D595FA0A}"/>
                </a:ext>
              </a:extLst>
            </p:cNvPr>
            <p:cNvSpPr/>
            <p:nvPr/>
          </p:nvSpPr>
          <p:spPr>
            <a:xfrm>
              <a:off x="5889083" y="2332610"/>
              <a:ext cx="258497" cy="260131"/>
            </a:xfrm>
            <a:custGeom>
              <a:avLst/>
              <a:gdLst/>
              <a:ahLst/>
              <a:cxnLst/>
              <a:rect l="l" t="t" r="r" b="b"/>
              <a:pathLst>
                <a:path w="42238" h="42505" extrusionOk="0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16;p26">
            <a:extLst>
              <a:ext uri="{FF2B5EF4-FFF2-40B4-BE49-F238E27FC236}">
                <a16:creationId xmlns:a16="http://schemas.microsoft.com/office/drawing/2014/main" id="{F0ADE086-7CCF-6773-EA1D-4DF8456D9D1B}"/>
              </a:ext>
            </a:extLst>
          </p:cNvPr>
          <p:cNvGrpSpPr/>
          <p:nvPr/>
        </p:nvGrpSpPr>
        <p:grpSpPr>
          <a:xfrm>
            <a:off x="6865101" y="2037999"/>
            <a:ext cx="554810" cy="554809"/>
            <a:chOff x="6810900" y="2169125"/>
            <a:chExt cx="587100" cy="587100"/>
          </a:xfrm>
        </p:grpSpPr>
        <p:sp>
          <p:nvSpPr>
            <p:cNvPr id="27" name="Google Shape;217;p26">
              <a:extLst>
                <a:ext uri="{FF2B5EF4-FFF2-40B4-BE49-F238E27FC236}">
                  <a16:creationId xmlns:a16="http://schemas.microsoft.com/office/drawing/2014/main" id="{DC8904DA-0D90-10C1-16D1-12BA62E7268E}"/>
                </a:ext>
              </a:extLst>
            </p:cNvPr>
            <p:cNvSpPr/>
            <p:nvPr/>
          </p:nvSpPr>
          <p:spPr>
            <a:xfrm>
              <a:off x="68109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18;p26">
              <a:extLst>
                <a:ext uri="{FF2B5EF4-FFF2-40B4-BE49-F238E27FC236}">
                  <a16:creationId xmlns:a16="http://schemas.microsoft.com/office/drawing/2014/main" id="{ABFEFC0E-D49C-0302-86A3-3E8DE63979C8}"/>
                </a:ext>
              </a:extLst>
            </p:cNvPr>
            <p:cNvSpPr/>
            <p:nvPr/>
          </p:nvSpPr>
          <p:spPr>
            <a:xfrm>
              <a:off x="6881784" y="2240009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" name="Google Shape;219;p26">
              <a:extLst>
                <a:ext uri="{FF2B5EF4-FFF2-40B4-BE49-F238E27FC236}">
                  <a16:creationId xmlns:a16="http://schemas.microsoft.com/office/drawing/2014/main" id="{E48EE58A-3C6E-B7B0-49B0-9E33B53E00CC}"/>
                </a:ext>
              </a:extLst>
            </p:cNvPr>
            <p:cNvGrpSpPr/>
            <p:nvPr/>
          </p:nvGrpSpPr>
          <p:grpSpPr>
            <a:xfrm>
              <a:off x="6972327" y="2333833"/>
              <a:ext cx="260615" cy="258080"/>
              <a:chOff x="-37385100" y="3949908"/>
              <a:chExt cx="321350" cy="318225"/>
            </a:xfrm>
          </p:grpSpPr>
          <p:sp>
            <p:nvSpPr>
              <p:cNvPr id="30" name="Google Shape;220;p26">
                <a:extLst>
                  <a:ext uri="{FF2B5EF4-FFF2-40B4-BE49-F238E27FC236}">
                    <a16:creationId xmlns:a16="http://schemas.microsoft.com/office/drawing/2014/main" id="{482F0696-80F0-7153-1F44-3B46AC0929BE}"/>
                  </a:ext>
                </a:extLst>
              </p:cNvPr>
              <p:cNvSpPr/>
              <p:nvPr/>
            </p:nvSpPr>
            <p:spPr>
              <a:xfrm>
                <a:off x="-37190575" y="4145233"/>
                <a:ext cx="126825" cy="122900"/>
              </a:xfrm>
              <a:custGeom>
                <a:avLst/>
                <a:gdLst/>
                <a:ahLst/>
                <a:cxnLst/>
                <a:rect l="l" t="t" r="r" b="b"/>
                <a:pathLst>
                  <a:path w="5073" h="4916" extrusionOk="0">
                    <a:moveTo>
                      <a:pt x="2238" y="1"/>
                    </a:moveTo>
                    <a:cubicBezTo>
                      <a:pt x="1986" y="442"/>
                      <a:pt x="1671" y="820"/>
                      <a:pt x="1324" y="1229"/>
                    </a:cubicBezTo>
                    <a:cubicBezTo>
                      <a:pt x="946" y="1671"/>
                      <a:pt x="473" y="1986"/>
                      <a:pt x="1" y="2238"/>
                    </a:cubicBezTo>
                    <a:lnTo>
                      <a:pt x="2206" y="4443"/>
                    </a:lnTo>
                    <a:cubicBezTo>
                      <a:pt x="2521" y="4758"/>
                      <a:pt x="2923" y="4916"/>
                      <a:pt x="3325" y="4916"/>
                    </a:cubicBezTo>
                    <a:cubicBezTo>
                      <a:pt x="3726" y="4916"/>
                      <a:pt x="4128" y="4758"/>
                      <a:pt x="4443" y="4443"/>
                    </a:cubicBezTo>
                    <a:cubicBezTo>
                      <a:pt x="5073" y="3813"/>
                      <a:pt x="5073" y="2836"/>
                      <a:pt x="4443" y="2206"/>
                    </a:cubicBez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21;p26">
                <a:extLst>
                  <a:ext uri="{FF2B5EF4-FFF2-40B4-BE49-F238E27FC236}">
                    <a16:creationId xmlns:a16="http://schemas.microsoft.com/office/drawing/2014/main" id="{D92E02F3-7492-8FE6-A0C2-2CBB425DBA68}"/>
                  </a:ext>
                </a:extLst>
              </p:cNvPr>
              <p:cNvSpPr/>
              <p:nvPr/>
            </p:nvSpPr>
            <p:spPr>
              <a:xfrm>
                <a:off x="-37385100" y="3949908"/>
                <a:ext cx="248125" cy="248950"/>
              </a:xfrm>
              <a:custGeom>
                <a:avLst/>
                <a:gdLst/>
                <a:ahLst/>
                <a:cxnLst/>
                <a:rect l="l" t="t" r="r" b="b"/>
                <a:pathLst>
                  <a:path w="9925" h="9958" extrusionOk="0">
                    <a:moveTo>
                      <a:pt x="4978" y="1702"/>
                    </a:moveTo>
                    <a:cubicBezTo>
                      <a:pt x="6774" y="1702"/>
                      <a:pt x="8286" y="3214"/>
                      <a:pt x="8286" y="5010"/>
                    </a:cubicBezTo>
                    <a:cubicBezTo>
                      <a:pt x="8254" y="5892"/>
                      <a:pt x="7939" y="6711"/>
                      <a:pt x="7341" y="7310"/>
                    </a:cubicBezTo>
                    <a:cubicBezTo>
                      <a:pt x="6742" y="7908"/>
                      <a:pt x="5923" y="8318"/>
                      <a:pt x="4978" y="8318"/>
                    </a:cubicBezTo>
                    <a:cubicBezTo>
                      <a:pt x="3151" y="8318"/>
                      <a:pt x="1670" y="6837"/>
                      <a:pt x="1670" y="5010"/>
                    </a:cubicBezTo>
                    <a:cubicBezTo>
                      <a:pt x="1670" y="3214"/>
                      <a:pt x="3151" y="1702"/>
                      <a:pt x="4978" y="1702"/>
                    </a:cubicBezTo>
                    <a:close/>
                    <a:moveTo>
                      <a:pt x="4978" y="1"/>
                    </a:moveTo>
                    <a:cubicBezTo>
                      <a:pt x="2268" y="1"/>
                      <a:pt x="0" y="2269"/>
                      <a:pt x="0" y="4978"/>
                    </a:cubicBezTo>
                    <a:cubicBezTo>
                      <a:pt x="0" y="7688"/>
                      <a:pt x="2268" y="9956"/>
                      <a:pt x="4978" y="9956"/>
                    </a:cubicBezTo>
                    <a:cubicBezTo>
                      <a:pt x="5013" y="9957"/>
                      <a:pt x="5048" y="9957"/>
                      <a:pt x="5083" y="9957"/>
                    </a:cubicBezTo>
                    <a:cubicBezTo>
                      <a:pt x="6367" y="9957"/>
                      <a:pt x="7586" y="9395"/>
                      <a:pt x="8506" y="8444"/>
                    </a:cubicBezTo>
                    <a:cubicBezTo>
                      <a:pt x="9420" y="7499"/>
                      <a:pt x="9924" y="6270"/>
                      <a:pt x="9924" y="4978"/>
                    </a:cubicBezTo>
                    <a:cubicBezTo>
                      <a:pt x="9924" y="2269"/>
                      <a:pt x="7687" y="1"/>
                      <a:pt x="4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" name="Google Shape;222;p26">
            <a:extLst>
              <a:ext uri="{FF2B5EF4-FFF2-40B4-BE49-F238E27FC236}">
                <a16:creationId xmlns:a16="http://schemas.microsoft.com/office/drawing/2014/main" id="{75F437CD-0E4D-B7A0-DACE-9D091AF2280F}"/>
              </a:ext>
            </a:extLst>
          </p:cNvPr>
          <p:cNvGrpSpPr/>
          <p:nvPr/>
        </p:nvGrpSpPr>
        <p:grpSpPr>
          <a:xfrm>
            <a:off x="6524249" y="2906476"/>
            <a:ext cx="1326801" cy="733850"/>
            <a:chOff x="6879411" y="2843985"/>
            <a:chExt cx="1404319" cy="776643"/>
          </a:xfrm>
        </p:grpSpPr>
        <p:grpSp>
          <p:nvGrpSpPr>
            <p:cNvPr id="33" name="Google Shape;223;p26">
              <a:extLst>
                <a:ext uri="{FF2B5EF4-FFF2-40B4-BE49-F238E27FC236}">
                  <a16:creationId xmlns:a16="http://schemas.microsoft.com/office/drawing/2014/main" id="{896C1DDF-C147-AAE8-D38E-191B46C5C637}"/>
                </a:ext>
              </a:extLst>
            </p:cNvPr>
            <p:cNvGrpSpPr/>
            <p:nvPr/>
          </p:nvGrpSpPr>
          <p:grpSpPr>
            <a:xfrm>
              <a:off x="6879411" y="2843985"/>
              <a:ext cx="1404319" cy="776643"/>
              <a:chOff x="4202297" y="-1870275"/>
              <a:chExt cx="2538997" cy="1404164"/>
            </a:xfrm>
          </p:grpSpPr>
          <p:sp>
            <p:nvSpPr>
              <p:cNvPr id="40" name="Google Shape;224;p26">
                <a:extLst>
                  <a:ext uri="{FF2B5EF4-FFF2-40B4-BE49-F238E27FC236}">
                    <a16:creationId xmlns:a16="http://schemas.microsoft.com/office/drawing/2014/main" id="{330A9D86-F616-067A-1740-AE19E8BDE8C5}"/>
                  </a:ext>
                </a:extLst>
              </p:cNvPr>
              <p:cNvSpPr/>
              <p:nvPr/>
            </p:nvSpPr>
            <p:spPr>
              <a:xfrm>
                <a:off x="4202297" y="-1870275"/>
                <a:ext cx="2538997" cy="227172"/>
              </a:xfrm>
              <a:custGeom>
                <a:avLst/>
                <a:gdLst/>
                <a:ahLst/>
                <a:cxnLst/>
                <a:rect l="l" t="t" r="r" b="b"/>
                <a:pathLst>
                  <a:path w="133649" h="11958" extrusionOk="0">
                    <a:moveTo>
                      <a:pt x="4983" y="0"/>
                    </a:moveTo>
                    <a:cubicBezTo>
                      <a:pt x="2232" y="0"/>
                      <a:pt x="0" y="2232"/>
                      <a:pt x="0" y="4983"/>
                    </a:cubicBezTo>
                    <a:lnTo>
                      <a:pt x="0" y="11958"/>
                    </a:lnTo>
                    <a:lnTo>
                      <a:pt x="133648" y="11958"/>
                    </a:lnTo>
                    <a:lnTo>
                      <a:pt x="133648" y="4983"/>
                    </a:lnTo>
                    <a:cubicBezTo>
                      <a:pt x="133648" y="2232"/>
                      <a:pt x="131419" y="0"/>
                      <a:pt x="1286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2"/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25;p26">
                <a:extLst>
                  <a:ext uri="{FF2B5EF4-FFF2-40B4-BE49-F238E27FC236}">
                    <a16:creationId xmlns:a16="http://schemas.microsoft.com/office/drawing/2014/main" id="{4E008097-794A-4E43-E72E-2DECBC61F7C1}"/>
                  </a:ext>
                </a:extLst>
              </p:cNvPr>
              <p:cNvSpPr/>
              <p:nvPr/>
            </p:nvSpPr>
            <p:spPr>
              <a:xfrm>
                <a:off x="4202297" y="-1643101"/>
                <a:ext cx="2538997" cy="1176990"/>
              </a:xfrm>
              <a:custGeom>
                <a:avLst/>
                <a:gdLst/>
                <a:ahLst/>
                <a:cxnLst/>
                <a:rect l="l" t="t" r="r" b="b"/>
                <a:pathLst>
                  <a:path w="133649" h="61955" extrusionOk="0">
                    <a:moveTo>
                      <a:pt x="0" y="0"/>
                    </a:moveTo>
                    <a:lnTo>
                      <a:pt x="0" y="56971"/>
                    </a:lnTo>
                    <a:cubicBezTo>
                      <a:pt x="0" y="59722"/>
                      <a:pt x="2232" y="61954"/>
                      <a:pt x="4983" y="61954"/>
                    </a:cubicBezTo>
                    <a:lnTo>
                      <a:pt x="128665" y="61954"/>
                    </a:lnTo>
                    <a:cubicBezTo>
                      <a:pt x="131419" y="61954"/>
                      <a:pt x="133648" y="59722"/>
                      <a:pt x="133648" y="56971"/>
                    </a:cubicBezTo>
                    <a:lnTo>
                      <a:pt x="13364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26;p26">
                <a:extLst>
                  <a:ext uri="{FF2B5EF4-FFF2-40B4-BE49-F238E27FC236}">
                    <a16:creationId xmlns:a16="http://schemas.microsoft.com/office/drawing/2014/main" id="{D4CC5C93-9553-9F93-9D3C-847DE9C68D59}"/>
                  </a:ext>
                </a:extLst>
              </p:cNvPr>
              <p:cNvSpPr/>
              <p:nvPr/>
            </p:nvSpPr>
            <p:spPr>
              <a:xfrm>
                <a:off x="4284841" y="-1807298"/>
                <a:ext cx="71583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768" extrusionOk="0">
                    <a:moveTo>
                      <a:pt x="1882" y="0"/>
                    </a:moveTo>
                    <a:cubicBezTo>
                      <a:pt x="844" y="0"/>
                      <a:pt x="0" y="844"/>
                      <a:pt x="0" y="1882"/>
                    </a:cubicBezTo>
                    <a:cubicBezTo>
                      <a:pt x="0" y="2924"/>
                      <a:pt x="844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27;p26">
                <a:extLst>
                  <a:ext uri="{FF2B5EF4-FFF2-40B4-BE49-F238E27FC236}">
                    <a16:creationId xmlns:a16="http://schemas.microsoft.com/office/drawing/2014/main" id="{2DA9E656-CDD1-9BEB-2F2A-AD4831B9B6C3}"/>
                  </a:ext>
                </a:extLst>
              </p:cNvPr>
              <p:cNvSpPr/>
              <p:nvPr/>
            </p:nvSpPr>
            <p:spPr>
              <a:xfrm>
                <a:off x="4447574" y="-1807298"/>
                <a:ext cx="71583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768" extrusionOk="0">
                    <a:moveTo>
                      <a:pt x="1883" y="0"/>
                    </a:moveTo>
                    <a:cubicBezTo>
                      <a:pt x="844" y="0"/>
                      <a:pt x="1" y="844"/>
                      <a:pt x="1" y="1882"/>
                    </a:cubicBezTo>
                    <a:cubicBezTo>
                      <a:pt x="1" y="2924"/>
                      <a:pt x="844" y="3767"/>
                      <a:pt x="1883" y="3767"/>
                    </a:cubicBezTo>
                    <a:cubicBezTo>
                      <a:pt x="2924" y="3767"/>
                      <a:pt x="3768" y="2924"/>
                      <a:pt x="3768" y="1882"/>
                    </a:cubicBezTo>
                    <a:cubicBezTo>
                      <a:pt x="3768" y="844"/>
                      <a:pt x="2924" y="0"/>
                      <a:pt x="18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28;p26">
                <a:extLst>
                  <a:ext uri="{FF2B5EF4-FFF2-40B4-BE49-F238E27FC236}">
                    <a16:creationId xmlns:a16="http://schemas.microsoft.com/office/drawing/2014/main" id="{EDE3801D-68C1-0399-7C5D-2911DDC2FD1A}"/>
                  </a:ext>
                </a:extLst>
              </p:cNvPr>
              <p:cNvSpPr/>
              <p:nvPr/>
            </p:nvSpPr>
            <p:spPr>
              <a:xfrm>
                <a:off x="4610326" y="-1807298"/>
                <a:ext cx="71564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7" h="3768" extrusionOk="0">
                    <a:moveTo>
                      <a:pt x="1882" y="0"/>
                    </a:moveTo>
                    <a:cubicBezTo>
                      <a:pt x="841" y="0"/>
                      <a:pt x="0" y="844"/>
                      <a:pt x="0" y="1882"/>
                    </a:cubicBezTo>
                    <a:cubicBezTo>
                      <a:pt x="0" y="2924"/>
                      <a:pt x="841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" name="Google Shape;229;p26">
              <a:extLst>
                <a:ext uri="{FF2B5EF4-FFF2-40B4-BE49-F238E27FC236}">
                  <a16:creationId xmlns:a16="http://schemas.microsoft.com/office/drawing/2014/main" id="{378561AA-D05D-5164-CBAA-99891AF65C8C}"/>
                </a:ext>
              </a:extLst>
            </p:cNvPr>
            <p:cNvGrpSpPr/>
            <p:nvPr/>
          </p:nvGrpSpPr>
          <p:grpSpPr>
            <a:xfrm flipH="1">
              <a:off x="7727981" y="3082508"/>
              <a:ext cx="395014" cy="409310"/>
              <a:chOff x="3357325" y="2093500"/>
              <a:chExt cx="311525" cy="322825"/>
            </a:xfrm>
          </p:grpSpPr>
          <p:sp>
            <p:nvSpPr>
              <p:cNvPr id="37" name="Google Shape;230;p26">
                <a:extLst>
                  <a:ext uri="{FF2B5EF4-FFF2-40B4-BE49-F238E27FC236}">
                    <a16:creationId xmlns:a16="http://schemas.microsoft.com/office/drawing/2014/main" id="{47B049DA-4162-166D-B2E7-58FBD3DDA4C4}"/>
                  </a:ext>
                </a:extLst>
              </p:cNvPr>
              <p:cNvSpPr/>
              <p:nvPr/>
            </p:nvSpPr>
            <p:spPr>
              <a:xfrm>
                <a:off x="3357325" y="2210550"/>
                <a:ext cx="85700" cy="205775"/>
              </a:xfrm>
              <a:custGeom>
                <a:avLst/>
                <a:gdLst/>
                <a:ahLst/>
                <a:cxnLst/>
                <a:rect l="l" t="t" r="r" b="b"/>
                <a:pathLst>
                  <a:path w="3428" h="8231" extrusionOk="0">
                    <a:moveTo>
                      <a:pt x="566" y="1"/>
                    </a:moveTo>
                    <a:cubicBezTo>
                      <a:pt x="253" y="1"/>
                      <a:pt x="0" y="251"/>
                      <a:pt x="0" y="564"/>
                    </a:cubicBezTo>
                    <a:lnTo>
                      <a:pt x="0" y="7664"/>
                    </a:lnTo>
                    <a:cubicBezTo>
                      <a:pt x="0" y="7978"/>
                      <a:pt x="253" y="8231"/>
                      <a:pt x="566" y="8231"/>
                    </a:cubicBezTo>
                    <a:lnTo>
                      <a:pt x="2861" y="8231"/>
                    </a:lnTo>
                    <a:cubicBezTo>
                      <a:pt x="3174" y="8231"/>
                      <a:pt x="3427" y="7978"/>
                      <a:pt x="3427" y="7664"/>
                    </a:cubicBezTo>
                    <a:lnTo>
                      <a:pt x="3427" y="564"/>
                    </a:lnTo>
                    <a:cubicBezTo>
                      <a:pt x="3427" y="251"/>
                      <a:pt x="3174" y="1"/>
                      <a:pt x="28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8" name="Google Shape;231;p26">
                <a:extLst>
                  <a:ext uri="{FF2B5EF4-FFF2-40B4-BE49-F238E27FC236}">
                    <a16:creationId xmlns:a16="http://schemas.microsoft.com/office/drawing/2014/main" id="{6AD2C6AF-A4AD-01BE-83E5-E6444234D96C}"/>
                  </a:ext>
                </a:extLst>
              </p:cNvPr>
              <p:cNvSpPr/>
              <p:nvPr/>
            </p:nvSpPr>
            <p:spPr>
              <a:xfrm>
                <a:off x="3471225" y="2152075"/>
                <a:ext cx="84725" cy="264250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570" extrusionOk="0">
                    <a:moveTo>
                      <a:pt x="563" y="0"/>
                    </a:moveTo>
                    <a:cubicBezTo>
                      <a:pt x="253" y="0"/>
                      <a:pt x="0" y="250"/>
                      <a:pt x="0" y="563"/>
                    </a:cubicBezTo>
                    <a:lnTo>
                      <a:pt x="0" y="10003"/>
                    </a:lnTo>
                    <a:cubicBezTo>
                      <a:pt x="0" y="10317"/>
                      <a:pt x="253" y="10570"/>
                      <a:pt x="563" y="10570"/>
                    </a:cubicBezTo>
                    <a:lnTo>
                      <a:pt x="2822" y="10570"/>
                    </a:lnTo>
                    <a:cubicBezTo>
                      <a:pt x="3135" y="10570"/>
                      <a:pt x="3388" y="10317"/>
                      <a:pt x="3388" y="10003"/>
                    </a:cubicBezTo>
                    <a:lnTo>
                      <a:pt x="3388" y="563"/>
                    </a:lnTo>
                    <a:cubicBezTo>
                      <a:pt x="3388" y="250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9" name="Google Shape;232;p26">
                <a:extLst>
                  <a:ext uri="{FF2B5EF4-FFF2-40B4-BE49-F238E27FC236}">
                    <a16:creationId xmlns:a16="http://schemas.microsoft.com/office/drawing/2014/main" id="{B39AE570-61F4-1980-A011-E817A187D4D1}"/>
                  </a:ext>
                </a:extLst>
              </p:cNvPr>
              <p:cNvSpPr/>
              <p:nvPr/>
            </p:nvSpPr>
            <p:spPr>
              <a:xfrm>
                <a:off x="3584150" y="2093500"/>
                <a:ext cx="84700" cy="322825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12913" extrusionOk="0">
                    <a:moveTo>
                      <a:pt x="563" y="0"/>
                    </a:moveTo>
                    <a:cubicBezTo>
                      <a:pt x="253" y="0"/>
                      <a:pt x="0" y="253"/>
                      <a:pt x="0" y="566"/>
                    </a:cubicBezTo>
                    <a:lnTo>
                      <a:pt x="0" y="12346"/>
                    </a:lnTo>
                    <a:cubicBezTo>
                      <a:pt x="0" y="12660"/>
                      <a:pt x="253" y="12913"/>
                      <a:pt x="563" y="12913"/>
                    </a:cubicBezTo>
                    <a:lnTo>
                      <a:pt x="2822" y="12913"/>
                    </a:lnTo>
                    <a:cubicBezTo>
                      <a:pt x="3135" y="12913"/>
                      <a:pt x="3388" y="12660"/>
                      <a:pt x="3388" y="12346"/>
                    </a:cubicBezTo>
                    <a:lnTo>
                      <a:pt x="3388" y="566"/>
                    </a:lnTo>
                    <a:cubicBezTo>
                      <a:pt x="3388" y="253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35" name="Google Shape;233;p26">
              <a:extLst>
                <a:ext uri="{FF2B5EF4-FFF2-40B4-BE49-F238E27FC236}">
                  <a16:creationId xmlns:a16="http://schemas.microsoft.com/office/drawing/2014/main" id="{8F7E2EB3-9C4C-CFFB-B57F-CE0EB1EB1F5A}"/>
                </a:ext>
              </a:extLst>
            </p:cNvPr>
            <p:cNvSpPr/>
            <p:nvPr/>
          </p:nvSpPr>
          <p:spPr>
            <a:xfrm>
              <a:off x="7040399" y="3082527"/>
              <a:ext cx="563400" cy="77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34;p26">
              <a:extLst>
                <a:ext uri="{FF2B5EF4-FFF2-40B4-BE49-F238E27FC236}">
                  <a16:creationId xmlns:a16="http://schemas.microsoft.com/office/drawing/2014/main" id="{8690784C-80E4-AF8A-E520-7B7C8A32109B}"/>
                </a:ext>
              </a:extLst>
            </p:cNvPr>
            <p:cNvSpPr/>
            <p:nvPr/>
          </p:nvSpPr>
          <p:spPr>
            <a:xfrm>
              <a:off x="7040399" y="3195879"/>
              <a:ext cx="563400" cy="296100"/>
            </a:xfrm>
            <a:prstGeom prst="roundRect">
              <a:avLst>
                <a:gd name="adj" fmla="val 17271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235;p26">
            <a:extLst>
              <a:ext uri="{FF2B5EF4-FFF2-40B4-BE49-F238E27FC236}">
                <a16:creationId xmlns:a16="http://schemas.microsoft.com/office/drawing/2014/main" id="{9457A514-E2B5-5531-F1F4-95C4BF487096}"/>
              </a:ext>
            </a:extLst>
          </p:cNvPr>
          <p:cNvSpPr/>
          <p:nvPr/>
        </p:nvSpPr>
        <p:spPr>
          <a:xfrm>
            <a:off x="4942875" y="3780724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236;p26">
            <a:extLst>
              <a:ext uri="{FF2B5EF4-FFF2-40B4-BE49-F238E27FC236}">
                <a16:creationId xmlns:a16="http://schemas.microsoft.com/office/drawing/2014/main" id="{AD4DEE3F-CE7B-9A72-CF64-0EF0AD593FF6}"/>
              </a:ext>
            </a:extLst>
          </p:cNvPr>
          <p:cNvSpPr/>
          <p:nvPr/>
        </p:nvSpPr>
        <p:spPr>
          <a:xfrm>
            <a:off x="7900100" y="2301100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7;p26">
            <a:extLst>
              <a:ext uri="{FF2B5EF4-FFF2-40B4-BE49-F238E27FC236}">
                <a16:creationId xmlns:a16="http://schemas.microsoft.com/office/drawing/2014/main" id="{85A0BE7B-5554-F470-677D-049115DE60E6}"/>
              </a:ext>
            </a:extLst>
          </p:cNvPr>
          <p:cNvSpPr/>
          <p:nvPr/>
        </p:nvSpPr>
        <p:spPr>
          <a:xfrm>
            <a:off x="7851050" y="2487800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8;p26">
            <a:extLst>
              <a:ext uri="{FF2B5EF4-FFF2-40B4-BE49-F238E27FC236}">
                <a16:creationId xmlns:a16="http://schemas.microsoft.com/office/drawing/2014/main" id="{65ABA19F-4626-B4CE-CABF-E790DD059A3C}"/>
              </a:ext>
            </a:extLst>
          </p:cNvPr>
          <p:cNvSpPr/>
          <p:nvPr/>
        </p:nvSpPr>
        <p:spPr>
          <a:xfrm>
            <a:off x="6029650" y="3534425"/>
            <a:ext cx="105900" cy="1059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239;p26">
            <a:extLst>
              <a:ext uri="{FF2B5EF4-FFF2-40B4-BE49-F238E27FC236}">
                <a16:creationId xmlns:a16="http://schemas.microsoft.com/office/drawing/2014/main" id="{743204C1-E8B3-AF1F-416D-2D98AD5914A7}"/>
              </a:ext>
            </a:extLst>
          </p:cNvPr>
          <p:cNvSpPr/>
          <p:nvPr/>
        </p:nvSpPr>
        <p:spPr>
          <a:xfrm>
            <a:off x="5623475" y="173452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240;p26">
            <a:extLst>
              <a:ext uri="{FF2B5EF4-FFF2-40B4-BE49-F238E27FC236}">
                <a16:creationId xmlns:a16="http://schemas.microsoft.com/office/drawing/2014/main" id="{6B91AABE-6360-5ACF-52C4-68C9749EF1A0}"/>
              </a:ext>
            </a:extLst>
          </p:cNvPr>
          <p:cNvSpPr/>
          <p:nvPr/>
        </p:nvSpPr>
        <p:spPr>
          <a:xfrm>
            <a:off x="7655900" y="1123275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D21A84-75F7-98AB-C7AE-6830E068D991}"/>
              </a:ext>
            </a:extLst>
          </p:cNvPr>
          <p:cNvSpPr txBox="1"/>
          <p:nvPr/>
        </p:nvSpPr>
        <p:spPr>
          <a:xfrm>
            <a:off x="639392" y="501889"/>
            <a:ext cx="1402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Part-4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20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FC08D-0C7E-F2C9-016A-01EEDCF78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Quantum Component Integration</a:t>
            </a:r>
            <a:br>
              <a:rPr lang="en-US" sz="4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</a:b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F529F-B855-08FC-6E3C-600346B4A1FA}"/>
              </a:ext>
            </a:extLst>
          </p:cNvPr>
          <p:cNvSpPr txBox="1"/>
          <p:nvPr/>
        </p:nvSpPr>
        <p:spPr>
          <a:xfrm>
            <a:off x="543059" y="1336219"/>
            <a:ext cx="7885841" cy="884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80"/>
              </a:lnSpc>
            </a:pPr>
            <a:endParaRPr lang="en-US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5A94D8-4421-D6BF-7FF3-678517734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00" y="2096659"/>
            <a:ext cx="8031366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Integrates a Quantum NLP (QNLP) module to enhance the detection of policy relevance.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Uses hybrid Quantum Machine Learning (QML) models, including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QSVC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(Quantum Support Vector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00" dirty="0">
                <a:solidFill>
                  <a:schemeClr val="tx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	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Classifier) and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VQC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(Variational Quantum Classifier).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Employs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PennyLane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and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Qiskit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for building and running these hybrid quantum-classical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300" dirty="0">
                <a:solidFill>
                  <a:schemeClr val="tx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	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computations.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Improves accuracy by processing classical text embeddings in a high-dimensional quantum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300" dirty="0">
                <a:solidFill>
                  <a:schemeClr val="tx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	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space, which is ideal for resolving ambiguous queries.</a:t>
            </a:r>
          </a:p>
        </p:txBody>
      </p:sp>
    </p:spTree>
    <p:extLst>
      <p:ext uri="{BB962C8B-B14F-4D97-AF65-F5344CB8AC3E}">
        <p14:creationId xmlns:p14="http://schemas.microsoft.com/office/powerpoint/2010/main" val="26003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4019-221D-E4E6-2264-E6C6A6E26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Workflow</a:t>
            </a:r>
            <a:endParaRPr lang="en-IN" sz="4000" dirty="0"/>
          </a:p>
        </p:txBody>
      </p:sp>
      <p:sp>
        <p:nvSpPr>
          <p:cNvPr id="4" name="Google Shape;270;p28">
            <a:extLst>
              <a:ext uri="{FF2B5EF4-FFF2-40B4-BE49-F238E27FC236}">
                <a16:creationId xmlns:a16="http://schemas.microsoft.com/office/drawing/2014/main" id="{51E19857-2DB5-788F-7F22-3CE0E55C87D1}"/>
              </a:ext>
            </a:extLst>
          </p:cNvPr>
          <p:cNvSpPr/>
          <p:nvPr/>
        </p:nvSpPr>
        <p:spPr>
          <a:xfrm>
            <a:off x="7973675" y="880275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271;p28">
            <a:extLst>
              <a:ext uri="{FF2B5EF4-FFF2-40B4-BE49-F238E27FC236}">
                <a16:creationId xmlns:a16="http://schemas.microsoft.com/office/drawing/2014/main" id="{858C7FF9-43FC-DC68-FE1F-8CC47D845FF6}"/>
              </a:ext>
            </a:extLst>
          </p:cNvPr>
          <p:cNvGrpSpPr/>
          <p:nvPr/>
        </p:nvGrpSpPr>
        <p:grpSpPr>
          <a:xfrm>
            <a:off x="8202365" y="1004976"/>
            <a:ext cx="835737" cy="835737"/>
            <a:chOff x="7774163" y="804325"/>
            <a:chExt cx="587100" cy="587100"/>
          </a:xfrm>
        </p:grpSpPr>
        <p:sp>
          <p:nvSpPr>
            <p:cNvPr id="6" name="Google Shape;272;p28">
              <a:extLst>
                <a:ext uri="{FF2B5EF4-FFF2-40B4-BE49-F238E27FC236}">
                  <a16:creationId xmlns:a16="http://schemas.microsoft.com/office/drawing/2014/main" id="{46152376-B53F-1B87-7AC1-50BD010246CD}"/>
                </a:ext>
              </a:extLst>
            </p:cNvPr>
            <p:cNvSpPr/>
            <p:nvPr/>
          </p:nvSpPr>
          <p:spPr>
            <a:xfrm>
              <a:off x="7774163" y="8043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73;p28">
              <a:extLst>
                <a:ext uri="{FF2B5EF4-FFF2-40B4-BE49-F238E27FC236}">
                  <a16:creationId xmlns:a16="http://schemas.microsoft.com/office/drawing/2014/main" id="{2A1B6EA1-E3BD-1256-9C80-28A3540E3E18}"/>
                </a:ext>
              </a:extLst>
            </p:cNvPr>
            <p:cNvSpPr/>
            <p:nvPr/>
          </p:nvSpPr>
          <p:spPr>
            <a:xfrm>
              <a:off x="7845113" y="8752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274;p28">
              <a:extLst>
                <a:ext uri="{FF2B5EF4-FFF2-40B4-BE49-F238E27FC236}">
                  <a16:creationId xmlns:a16="http://schemas.microsoft.com/office/drawing/2014/main" id="{84166A3B-EF6F-5946-4757-93F3DCBA9D3B}"/>
                </a:ext>
              </a:extLst>
            </p:cNvPr>
            <p:cNvGrpSpPr/>
            <p:nvPr/>
          </p:nvGrpSpPr>
          <p:grpSpPr>
            <a:xfrm>
              <a:off x="7941423" y="971571"/>
              <a:ext cx="252594" cy="252615"/>
              <a:chOff x="-44924250" y="3206000"/>
              <a:chExt cx="300100" cy="300125"/>
            </a:xfrm>
          </p:grpSpPr>
          <p:sp>
            <p:nvSpPr>
              <p:cNvPr id="9" name="Google Shape;275;p28">
                <a:extLst>
                  <a:ext uri="{FF2B5EF4-FFF2-40B4-BE49-F238E27FC236}">
                    <a16:creationId xmlns:a16="http://schemas.microsoft.com/office/drawing/2014/main" id="{8306ABA2-158D-DDBF-79BF-F8B2CE73812F}"/>
                  </a:ext>
                </a:extLst>
              </p:cNvPr>
              <p:cNvSpPr/>
              <p:nvPr/>
            </p:nvSpPr>
            <p:spPr>
              <a:xfrm>
                <a:off x="-44747025" y="3365100"/>
                <a:ext cx="122875" cy="87450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4915" y="3498"/>
                    </a:lnTo>
                    <a:lnTo>
                      <a:pt x="49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76;p28">
                <a:extLst>
                  <a:ext uri="{FF2B5EF4-FFF2-40B4-BE49-F238E27FC236}">
                    <a16:creationId xmlns:a16="http://schemas.microsoft.com/office/drawing/2014/main" id="{7797211E-6CEE-1EEC-939E-44EDC7A414D0}"/>
                  </a:ext>
                </a:extLst>
              </p:cNvPr>
              <p:cNvSpPr/>
              <p:nvPr/>
            </p:nvSpPr>
            <p:spPr>
              <a:xfrm>
                <a:off x="-44747025" y="3470650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0" y="0"/>
                    </a:moveTo>
                    <a:lnTo>
                      <a:pt x="0" y="347"/>
                    </a:lnTo>
                    <a:cubicBezTo>
                      <a:pt x="0" y="946"/>
                      <a:pt x="473" y="1418"/>
                      <a:pt x="1071" y="1418"/>
                    </a:cubicBezTo>
                    <a:lnTo>
                      <a:pt x="3875" y="1418"/>
                    </a:lnTo>
                    <a:cubicBezTo>
                      <a:pt x="4442" y="1418"/>
                      <a:pt x="4915" y="946"/>
                      <a:pt x="4915" y="347"/>
                    </a:cubicBezTo>
                    <a:lnTo>
                      <a:pt x="491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77;p28">
                <a:extLst>
                  <a:ext uri="{FF2B5EF4-FFF2-40B4-BE49-F238E27FC236}">
                    <a16:creationId xmlns:a16="http://schemas.microsoft.com/office/drawing/2014/main" id="{25F9C58E-3D39-6938-87EB-9CAFBF32BFE2}"/>
                  </a:ext>
                </a:extLst>
              </p:cNvPr>
              <p:cNvSpPr/>
              <p:nvPr/>
            </p:nvSpPr>
            <p:spPr>
              <a:xfrm>
                <a:off x="-44747025" y="3313125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1071" y="1"/>
                    </a:moveTo>
                    <a:cubicBezTo>
                      <a:pt x="473" y="1"/>
                      <a:pt x="0" y="473"/>
                      <a:pt x="0" y="1072"/>
                    </a:cubicBezTo>
                    <a:lnTo>
                      <a:pt x="0" y="1418"/>
                    </a:lnTo>
                    <a:lnTo>
                      <a:pt x="4915" y="1418"/>
                    </a:lnTo>
                    <a:lnTo>
                      <a:pt x="4915" y="1072"/>
                    </a:lnTo>
                    <a:cubicBezTo>
                      <a:pt x="4915" y="473"/>
                      <a:pt x="4442" y="1"/>
                      <a:pt x="3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78;p28">
                <a:extLst>
                  <a:ext uri="{FF2B5EF4-FFF2-40B4-BE49-F238E27FC236}">
                    <a16:creationId xmlns:a16="http://schemas.microsoft.com/office/drawing/2014/main" id="{A26E8486-C4BE-9502-7563-85538988FAFD}"/>
                  </a:ext>
                </a:extLst>
              </p:cNvPr>
              <p:cNvSpPr/>
              <p:nvPr/>
            </p:nvSpPr>
            <p:spPr>
              <a:xfrm>
                <a:off x="-44924250" y="3384000"/>
                <a:ext cx="159125" cy="69350"/>
              </a:xfrm>
              <a:custGeom>
                <a:avLst/>
                <a:gdLst/>
                <a:ahLst/>
                <a:cxnLst/>
                <a:rect l="l" t="t" r="r" b="b"/>
                <a:pathLst>
                  <a:path w="6365" h="2774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32" y="316"/>
                    </a:lnTo>
                    <a:cubicBezTo>
                      <a:pt x="32" y="915"/>
                      <a:pt x="505" y="1387"/>
                      <a:pt x="1103" y="1387"/>
                    </a:cubicBezTo>
                    <a:lnTo>
                      <a:pt x="4254" y="1387"/>
                    </a:lnTo>
                    <a:lnTo>
                      <a:pt x="4254" y="2080"/>
                    </a:lnTo>
                    <a:lnTo>
                      <a:pt x="3183" y="2080"/>
                    </a:lnTo>
                    <a:cubicBezTo>
                      <a:pt x="2994" y="2080"/>
                      <a:pt x="2836" y="2238"/>
                      <a:pt x="2836" y="2427"/>
                    </a:cubicBezTo>
                    <a:cubicBezTo>
                      <a:pt x="2836" y="2647"/>
                      <a:pt x="2994" y="2773"/>
                      <a:pt x="3183" y="2773"/>
                    </a:cubicBezTo>
                    <a:lnTo>
                      <a:pt x="6365" y="2773"/>
                    </a:lnTo>
                    <a:lnTo>
                      <a:pt x="63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79;p28">
                <a:extLst>
                  <a:ext uri="{FF2B5EF4-FFF2-40B4-BE49-F238E27FC236}">
                    <a16:creationId xmlns:a16="http://schemas.microsoft.com/office/drawing/2014/main" id="{C9270EC3-02EB-20E5-27CD-86263D0D4E55}"/>
                  </a:ext>
                </a:extLst>
              </p:cNvPr>
              <p:cNvSpPr/>
              <p:nvPr/>
            </p:nvSpPr>
            <p:spPr>
              <a:xfrm>
                <a:off x="-44924250" y="3206000"/>
                <a:ext cx="2646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10587" h="6365" extrusionOk="0">
                    <a:moveTo>
                      <a:pt x="1072" y="1"/>
                    </a:moveTo>
                    <a:cubicBezTo>
                      <a:pt x="473" y="1"/>
                      <a:pt x="1" y="473"/>
                      <a:pt x="1" y="1041"/>
                    </a:cubicBezTo>
                    <a:lnTo>
                      <a:pt x="1" y="6365"/>
                    </a:lnTo>
                    <a:lnTo>
                      <a:pt x="6365" y="6365"/>
                    </a:lnTo>
                    <a:lnTo>
                      <a:pt x="6365" y="5357"/>
                    </a:lnTo>
                    <a:cubicBezTo>
                      <a:pt x="6365" y="4349"/>
                      <a:pt x="7152" y="3561"/>
                      <a:pt x="8160" y="3561"/>
                    </a:cubicBezTo>
                    <a:lnTo>
                      <a:pt x="10586" y="3561"/>
                    </a:lnTo>
                    <a:lnTo>
                      <a:pt x="10586" y="1041"/>
                    </a:lnTo>
                    <a:cubicBezTo>
                      <a:pt x="10586" y="473"/>
                      <a:pt x="10114" y="1"/>
                      <a:pt x="95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Google Shape;280;p28">
            <a:extLst>
              <a:ext uri="{FF2B5EF4-FFF2-40B4-BE49-F238E27FC236}">
                <a16:creationId xmlns:a16="http://schemas.microsoft.com/office/drawing/2014/main" id="{8845B091-5596-8101-C617-1A8EB7289E41}"/>
              </a:ext>
            </a:extLst>
          </p:cNvPr>
          <p:cNvSpPr/>
          <p:nvPr/>
        </p:nvSpPr>
        <p:spPr>
          <a:xfrm>
            <a:off x="7827675" y="178638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81;p28">
            <a:extLst>
              <a:ext uri="{FF2B5EF4-FFF2-40B4-BE49-F238E27FC236}">
                <a16:creationId xmlns:a16="http://schemas.microsoft.com/office/drawing/2014/main" id="{56987C3A-0D72-FF6A-38E8-7D94383DC67E}"/>
              </a:ext>
            </a:extLst>
          </p:cNvPr>
          <p:cNvSpPr/>
          <p:nvPr/>
        </p:nvSpPr>
        <p:spPr>
          <a:xfrm>
            <a:off x="8014575" y="34587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282;p28">
            <a:extLst>
              <a:ext uri="{FF2B5EF4-FFF2-40B4-BE49-F238E27FC236}">
                <a16:creationId xmlns:a16="http://schemas.microsoft.com/office/drawing/2014/main" id="{6504E551-494E-952B-57E6-2A0446ABF05B}"/>
              </a:ext>
            </a:extLst>
          </p:cNvPr>
          <p:cNvGrpSpPr/>
          <p:nvPr/>
        </p:nvGrpSpPr>
        <p:grpSpPr>
          <a:xfrm>
            <a:off x="8483289" y="0"/>
            <a:ext cx="554809" cy="554809"/>
            <a:chOff x="5724800" y="2169125"/>
            <a:chExt cx="587100" cy="587100"/>
          </a:xfrm>
        </p:grpSpPr>
        <p:sp>
          <p:nvSpPr>
            <p:cNvPr id="17" name="Google Shape;283;p28">
              <a:extLst>
                <a:ext uri="{FF2B5EF4-FFF2-40B4-BE49-F238E27FC236}">
                  <a16:creationId xmlns:a16="http://schemas.microsoft.com/office/drawing/2014/main" id="{91D8B26A-CC70-00AA-C50B-86CC32B7FE4F}"/>
                </a:ext>
              </a:extLst>
            </p:cNvPr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4;p28">
              <a:extLst>
                <a:ext uri="{FF2B5EF4-FFF2-40B4-BE49-F238E27FC236}">
                  <a16:creationId xmlns:a16="http://schemas.microsoft.com/office/drawing/2014/main" id="{DAADF49D-19F7-F1DE-04C8-5EC8D6B430EB}"/>
                </a:ext>
              </a:extLst>
            </p:cNvPr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5;p28">
              <a:extLst>
                <a:ext uri="{FF2B5EF4-FFF2-40B4-BE49-F238E27FC236}">
                  <a16:creationId xmlns:a16="http://schemas.microsoft.com/office/drawing/2014/main" id="{D6A0A653-6ACE-CF10-B14D-BA89A3DC5DA8}"/>
                </a:ext>
              </a:extLst>
            </p:cNvPr>
            <p:cNvSpPr/>
            <p:nvPr/>
          </p:nvSpPr>
          <p:spPr>
            <a:xfrm>
              <a:off x="5889083" y="2332610"/>
              <a:ext cx="258497" cy="260131"/>
            </a:xfrm>
            <a:custGeom>
              <a:avLst/>
              <a:gdLst/>
              <a:ahLst/>
              <a:cxnLst/>
              <a:rect l="l" t="t" r="r" b="b"/>
              <a:pathLst>
                <a:path w="42238" h="42505" extrusionOk="0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86;p28">
            <a:extLst>
              <a:ext uri="{FF2B5EF4-FFF2-40B4-BE49-F238E27FC236}">
                <a16:creationId xmlns:a16="http://schemas.microsoft.com/office/drawing/2014/main" id="{D71AEC59-D0FC-447B-FC34-7AF4E732A70C}"/>
              </a:ext>
            </a:extLst>
          </p:cNvPr>
          <p:cNvSpPr/>
          <p:nvPr/>
        </p:nvSpPr>
        <p:spPr>
          <a:xfrm>
            <a:off x="9038100" y="790400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B7DB4159-11AC-825E-FD46-57117686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023" y="1276037"/>
            <a:ext cx="813556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Classical Pre-processing: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Vectorization: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 raw policy text into numerical vectors using TF-IDF.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Quantum Kernel Pipeline: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 Feature Mapping: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Encode the classical (TF-IDF) vectors into quantum states.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Kernel Computation: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parameterized quantum circuits (via PennyLane/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Qiskit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to compute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similarity between all data points. This creates the "Quantum Kernel.“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Classical Training &amp; Prediction: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Training: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 a classical model (like a Support Vector Classifier)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pre-computed Quantum Kernel.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trained model classifies new user queries (e.g., "quantum-related" vs. "non-quantum-related").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Deployment &amp; Goal: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Persistence: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Save the trained vectorizer and hybrid model as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pkl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files for instant loading.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Combine the complete, saved pipeline into 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backend for live, real-time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"Why":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hybrid approach aims to find complex patterns and relationships in the text data that purely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models might miss.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489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73A7-F4A8-3024-55C2-4B0B22ED4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534999"/>
            <a:ext cx="7713900" cy="3473235"/>
          </a:xfrm>
        </p:spPr>
        <p:txBody>
          <a:bodyPr/>
          <a:lstStyle/>
          <a:p>
            <a:r>
              <a:rPr lang="en-US" sz="5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03.</a:t>
            </a:r>
            <a:br>
              <a:rPr lang="en-US" sz="5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</a:br>
            <a:r>
              <a:rPr lang="en-IN" sz="5400" dirty="0">
                <a:solidFill>
                  <a:schemeClr val="accent1">
                    <a:lumMod val="25000"/>
                  </a:schemeClr>
                </a:solidFill>
              </a:rPr>
              <a:t>Lang Chain</a:t>
            </a:r>
            <a:br>
              <a:rPr lang="en-US" sz="5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</a:br>
            <a:r>
              <a:rPr lang="en-US" sz="5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Voice Chat System</a:t>
            </a:r>
            <a:endParaRPr lang="en-IN" sz="5000" dirty="0"/>
          </a:p>
        </p:txBody>
      </p:sp>
      <p:grpSp>
        <p:nvGrpSpPr>
          <p:cNvPr id="3" name="Google Shape;748;p46">
            <a:extLst>
              <a:ext uri="{FF2B5EF4-FFF2-40B4-BE49-F238E27FC236}">
                <a16:creationId xmlns:a16="http://schemas.microsoft.com/office/drawing/2014/main" id="{CEB313E5-D67C-70EC-B501-6A1B3E7DF685}"/>
              </a:ext>
            </a:extLst>
          </p:cNvPr>
          <p:cNvGrpSpPr/>
          <p:nvPr/>
        </p:nvGrpSpPr>
        <p:grpSpPr>
          <a:xfrm>
            <a:off x="6673547" y="482039"/>
            <a:ext cx="2045117" cy="2045127"/>
            <a:chOff x="1190500" y="238125"/>
            <a:chExt cx="5237175" cy="5237200"/>
          </a:xfrm>
        </p:grpSpPr>
        <p:sp>
          <p:nvSpPr>
            <p:cNvPr id="4" name="Google Shape;749;p46">
              <a:extLst>
                <a:ext uri="{FF2B5EF4-FFF2-40B4-BE49-F238E27FC236}">
                  <a16:creationId xmlns:a16="http://schemas.microsoft.com/office/drawing/2014/main" id="{179D1198-D5BF-E295-03BD-B6DDC0999DA0}"/>
                </a:ext>
              </a:extLst>
            </p:cNvPr>
            <p:cNvSpPr/>
            <p:nvPr/>
          </p:nvSpPr>
          <p:spPr>
            <a:xfrm>
              <a:off x="1190500" y="238125"/>
              <a:ext cx="5237175" cy="5237200"/>
            </a:xfrm>
            <a:custGeom>
              <a:avLst/>
              <a:gdLst/>
              <a:ahLst/>
              <a:cxnLst/>
              <a:rect l="l" t="t" r="r" b="b"/>
              <a:pathLst>
                <a:path w="209487" h="209488" extrusionOk="0">
                  <a:moveTo>
                    <a:pt x="104743" y="0"/>
                  </a:moveTo>
                  <a:cubicBezTo>
                    <a:pt x="76964" y="0"/>
                    <a:pt x="50321" y="11035"/>
                    <a:pt x="30679" y="30679"/>
                  </a:cubicBezTo>
                  <a:cubicBezTo>
                    <a:pt x="11034" y="50321"/>
                    <a:pt x="0" y="76964"/>
                    <a:pt x="0" y="104744"/>
                  </a:cubicBezTo>
                  <a:cubicBezTo>
                    <a:pt x="0" y="132523"/>
                    <a:pt x="11034" y="159163"/>
                    <a:pt x="30679" y="178808"/>
                  </a:cubicBezTo>
                  <a:cubicBezTo>
                    <a:pt x="50321" y="198449"/>
                    <a:pt x="76964" y="209487"/>
                    <a:pt x="104743" y="209487"/>
                  </a:cubicBezTo>
                  <a:cubicBezTo>
                    <a:pt x="132523" y="209487"/>
                    <a:pt x="159162" y="198449"/>
                    <a:pt x="178807" y="178808"/>
                  </a:cubicBezTo>
                  <a:cubicBezTo>
                    <a:pt x="198449" y="159163"/>
                    <a:pt x="209486" y="132523"/>
                    <a:pt x="209486" y="104744"/>
                  </a:cubicBezTo>
                  <a:cubicBezTo>
                    <a:pt x="209486" y="76964"/>
                    <a:pt x="198449" y="50321"/>
                    <a:pt x="178807" y="30679"/>
                  </a:cubicBezTo>
                  <a:cubicBezTo>
                    <a:pt x="159162" y="11035"/>
                    <a:pt x="132523" y="0"/>
                    <a:pt x="104743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50;p46">
              <a:extLst>
                <a:ext uri="{FF2B5EF4-FFF2-40B4-BE49-F238E27FC236}">
                  <a16:creationId xmlns:a16="http://schemas.microsoft.com/office/drawing/2014/main" id="{1EABB023-9575-E9AC-F5B0-A3C1AAF32E7A}"/>
                </a:ext>
              </a:extLst>
            </p:cNvPr>
            <p:cNvSpPr/>
            <p:nvPr/>
          </p:nvSpPr>
          <p:spPr>
            <a:xfrm>
              <a:off x="1732050" y="779675"/>
              <a:ext cx="4154050" cy="4154075"/>
            </a:xfrm>
            <a:custGeom>
              <a:avLst/>
              <a:gdLst/>
              <a:ahLst/>
              <a:cxnLst/>
              <a:rect l="l" t="t" r="r" b="b"/>
              <a:pathLst>
                <a:path w="166162" h="166163" extrusionOk="0">
                  <a:moveTo>
                    <a:pt x="83081" y="1"/>
                  </a:moveTo>
                  <a:cubicBezTo>
                    <a:pt x="61045" y="1"/>
                    <a:pt x="39914" y="8753"/>
                    <a:pt x="24335" y="24335"/>
                  </a:cubicBezTo>
                  <a:cubicBezTo>
                    <a:pt x="8753" y="39915"/>
                    <a:pt x="1" y="61046"/>
                    <a:pt x="1" y="83082"/>
                  </a:cubicBezTo>
                  <a:cubicBezTo>
                    <a:pt x="1" y="105114"/>
                    <a:pt x="8753" y="126249"/>
                    <a:pt x="24335" y="141828"/>
                  </a:cubicBezTo>
                  <a:cubicBezTo>
                    <a:pt x="39914" y="157407"/>
                    <a:pt x="61045" y="166162"/>
                    <a:pt x="83081" y="166162"/>
                  </a:cubicBezTo>
                  <a:cubicBezTo>
                    <a:pt x="105114" y="166162"/>
                    <a:pt x="126248" y="157407"/>
                    <a:pt x="141827" y="141828"/>
                  </a:cubicBezTo>
                  <a:cubicBezTo>
                    <a:pt x="157406" y="126249"/>
                    <a:pt x="166162" y="105114"/>
                    <a:pt x="166162" y="83082"/>
                  </a:cubicBezTo>
                  <a:cubicBezTo>
                    <a:pt x="166162" y="61046"/>
                    <a:pt x="157406" y="39915"/>
                    <a:pt x="141827" y="24335"/>
                  </a:cubicBezTo>
                  <a:cubicBezTo>
                    <a:pt x="126248" y="8753"/>
                    <a:pt x="105114" y="1"/>
                    <a:pt x="83081" y="1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51;p46">
              <a:extLst>
                <a:ext uri="{FF2B5EF4-FFF2-40B4-BE49-F238E27FC236}">
                  <a16:creationId xmlns:a16="http://schemas.microsoft.com/office/drawing/2014/main" id="{5E651B65-87BF-E685-8DEB-C5D28ED75BD9}"/>
                </a:ext>
              </a:extLst>
            </p:cNvPr>
            <p:cNvSpPr/>
            <p:nvPr/>
          </p:nvSpPr>
          <p:spPr>
            <a:xfrm>
              <a:off x="2297475" y="1345125"/>
              <a:ext cx="3023200" cy="3023200"/>
            </a:xfrm>
            <a:custGeom>
              <a:avLst/>
              <a:gdLst/>
              <a:ahLst/>
              <a:cxnLst/>
              <a:rect l="l" t="t" r="r" b="b"/>
              <a:pathLst>
                <a:path w="120928" h="120928" extrusionOk="0">
                  <a:moveTo>
                    <a:pt x="60464" y="0"/>
                  </a:moveTo>
                  <a:cubicBezTo>
                    <a:pt x="44429" y="0"/>
                    <a:pt x="29048" y="6371"/>
                    <a:pt x="17710" y="17709"/>
                  </a:cubicBezTo>
                  <a:cubicBezTo>
                    <a:pt x="6372" y="29048"/>
                    <a:pt x="1" y="44429"/>
                    <a:pt x="1" y="60464"/>
                  </a:cubicBezTo>
                  <a:cubicBezTo>
                    <a:pt x="1" y="76499"/>
                    <a:pt x="6372" y="91879"/>
                    <a:pt x="17710" y="103218"/>
                  </a:cubicBezTo>
                  <a:cubicBezTo>
                    <a:pt x="29048" y="114556"/>
                    <a:pt x="44429" y="120927"/>
                    <a:pt x="60464" y="120927"/>
                  </a:cubicBezTo>
                  <a:cubicBezTo>
                    <a:pt x="76499" y="120927"/>
                    <a:pt x="91880" y="114556"/>
                    <a:pt x="103218" y="103218"/>
                  </a:cubicBezTo>
                  <a:cubicBezTo>
                    <a:pt x="114556" y="91879"/>
                    <a:pt x="120927" y="76499"/>
                    <a:pt x="120927" y="60464"/>
                  </a:cubicBezTo>
                  <a:cubicBezTo>
                    <a:pt x="120927" y="44429"/>
                    <a:pt x="114556" y="29048"/>
                    <a:pt x="103218" y="17709"/>
                  </a:cubicBezTo>
                  <a:cubicBezTo>
                    <a:pt x="91880" y="6371"/>
                    <a:pt x="76499" y="0"/>
                    <a:pt x="60464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765;p46">
            <a:extLst>
              <a:ext uri="{FF2B5EF4-FFF2-40B4-BE49-F238E27FC236}">
                <a16:creationId xmlns:a16="http://schemas.microsoft.com/office/drawing/2014/main" id="{DCAFE288-CDAA-D69F-2D5B-43615B82E81F}"/>
              </a:ext>
            </a:extLst>
          </p:cNvPr>
          <p:cNvSpPr/>
          <p:nvPr/>
        </p:nvSpPr>
        <p:spPr>
          <a:xfrm>
            <a:off x="8375605" y="1844455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74;p46">
            <a:extLst>
              <a:ext uri="{FF2B5EF4-FFF2-40B4-BE49-F238E27FC236}">
                <a16:creationId xmlns:a16="http://schemas.microsoft.com/office/drawing/2014/main" id="{D25DDFB1-B903-DC18-2ED9-26877A19FCEF}"/>
              </a:ext>
            </a:extLst>
          </p:cNvPr>
          <p:cNvSpPr/>
          <p:nvPr/>
        </p:nvSpPr>
        <p:spPr>
          <a:xfrm>
            <a:off x="6556449" y="527652"/>
            <a:ext cx="2129015" cy="898536"/>
          </a:xfrm>
          <a:custGeom>
            <a:avLst/>
            <a:gdLst/>
            <a:ahLst/>
            <a:cxnLst/>
            <a:rect l="l" t="t" r="r" b="b"/>
            <a:pathLst>
              <a:path w="152154" h="64227" extrusionOk="0">
                <a:moveTo>
                  <a:pt x="57047" y="0"/>
                </a:moveTo>
                <a:cubicBezTo>
                  <a:pt x="35620" y="0"/>
                  <a:pt x="18253" y="17370"/>
                  <a:pt x="18253" y="38795"/>
                </a:cubicBezTo>
                <a:cubicBezTo>
                  <a:pt x="18253" y="39961"/>
                  <a:pt x="18313" y="41112"/>
                  <a:pt x="18413" y="42252"/>
                </a:cubicBezTo>
                <a:cubicBezTo>
                  <a:pt x="7949" y="44102"/>
                  <a:pt x="0" y="53233"/>
                  <a:pt x="0" y="64227"/>
                </a:cubicBezTo>
                <a:lnTo>
                  <a:pt x="60909" y="64227"/>
                </a:lnTo>
                <a:lnTo>
                  <a:pt x="60909" y="53685"/>
                </a:lnTo>
                <a:lnTo>
                  <a:pt x="51253" y="53685"/>
                </a:lnTo>
                <a:lnTo>
                  <a:pt x="76077" y="31057"/>
                </a:lnTo>
                <a:lnTo>
                  <a:pt x="100898" y="53685"/>
                </a:lnTo>
                <a:lnTo>
                  <a:pt x="91244" y="53685"/>
                </a:lnTo>
                <a:lnTo>
                  <a:pt x="91244" y="64227"/>
                </a:lnTo>
                <a:lnTo>
                  <a:pt x="152154" y="64227"/>
                </a:lnTo>
                <a:cubicBezTo>
                  <a:pt x="152154" y="53493"/>
                  <a:pt x="144574" y="44528"/>
                  <a:pt x="134476" y="42391"/>
                </a:cubicBezTo>
                <a:cubicBezTo>
                  <a:pt x="134479" y="42228"/>
                  <a:pt x="134489" y="42066"/>
                  <a:pt x="134489" y="41904"/>
                </a:cubicBezTo>
                <a:cubicBezTo>
                  <a:pt x="134489" y="27507"/>
                  <a:pt x="122819" y="15836"/>
                  <a:pt x="108421" y="15836"/>
                </a:cubicBezTo>
                <a:cubicBezTo>
                  <a:pt x="102149" y="15836"/>
                  <a:pt x="96396" y="18054"/>
                  <a:pt x="91898" y="21745"/>
                </a:cubicBezTo>
                <a:cubicBezTo>
                  <a:pt x="85586" y="8869"/>
                  <a:pt x="72353" y="0"/>
                  <a:pt x="57047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oogle Shape;775;p46">
            <a:extLst>
              <a:ext uri="{FF2B5EF4-FFF2-40B4-BE49-F238E27FC236}">
                <a16:creationId xmlns:a16="http://schemas.microsoft.com/office/drawing/2014/main" id="{98225C5F-6BC7-2DE7-223C-F0440873BEC0}"/>
              </a:ext>
            </a:extLst>
          </p:cNvPr>
          <p:cNvGrpSpPr/>
          <p:nvPr/>
        </p:nvGrpSpPr>
        <p:grpSpPr>
          <a:xfrm>
            <a:off x="7865515" y="151997"/>
            <a:ext cx="835800" cy="835800"/>
            <a:chOff x="4818747" y="4959641"/>
            <a:chExt cx="835800" cy="835800"/>
          </a:xfrm>
        </p:grpSpPr>
        <p:sp>
          <p:nvSpPr>
            <p:cNvPr id="10" name="Google Shape;776;p46">
              <a:extLst>
                <a:ext uri="{FF2B5EF4-FFF2-40B4-BE49-F238E27FC236}">
                  <a16:creationId xmlns:a16="http://schemas.microsoft.com/office/drawing/2014/main" id="{C1A90091-0C24-5845-923D-7DD6C381C0D1}"/>
                </a:ext>
              </a:extLst>
            </p:cNvPr>
            <p:cNvSpPr/>
            <p:nvPr/>
          </p:nvSpPr>
          <p:spPr>
            <a:xfrm>
              <a:off x="4818747" y="4959641"/>
              <a:ext cx="835800" cy="8358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77;p46">
              <a:extLst>
                <a:ext uri="{FF2B5EF4-FFF2-40B4-BE49-F238E27FC236}">
                  <a16:creationId xmlns:a16="http://schemas.microsoft.com/office/drawing/2014/main" id="{4FEF7086-2573-D302-D8B6-FA6CF0370859}"/>
                </a:ext>
              </a:extLst>
            </p:cNvPr>
            <p:cNvSpPr/>
            <p:nvPr/>
          </p:nvSpPr>
          <p:spPr>
            <a:xfrm>
              <a:off x="4919765" y="5060655"/>
              <a:ext cx="633600" cy="6336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778;p46">
            <a:extLst>
              <a:ext uri="{FF2B5EF4-FFF2-40B4-BE49-F238E27FC236}">
                <a16:creationId xmlns:a16="http://schemas.microsoft.com/office/drawing/2014/main" id="{3DE1E9C0-0FBE-E283-02FC-57003C55C94A}"/>
              </a:ext>
            </a:extLst>
          </p:cNvPr>
          <p:cNvSpPr/>
          <p:nvPr/>
        </p:nvSpPr>
        <p:spPr>
          <a:xfrm>
            <a:off x="6598386" y="152005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79;p46">
            <a:extLst>
              <a:ext uri="{FF2B5EF4-FFF2-40B4-BE49-F238E27FC236}">
                <a16:creationId xmlns:a16="http://schemas.microsoft.com/office/drawing/2014/main" id="{F6F6E22F-70CE-F456-BFD3-5B26523AB4E9}"/>
              </a:ext>
            </a:extLst>
          </p:cNvPr>
          <p:cNvSpPr/>
          <p:nvPr/>
        </p:nvSpPr>
        <p:spPr>
          <a:xfrm>
            <a:off x="7039480" y="303506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780;p46">
            <a:extLst>
              <a:ext uri="{FF2B5EF4-FFF2-40B4-BE49-F238E27FC236}">
                <a16:creationId xmlns:a16="http://schemas.microsoft.com/office/drawing/2014/main" id="{E11D3504-51E9-0617-1698-15B76E80A692}"/>
              </a:ext>
            </a:extLst>
          </p:cNvPr>
          <p:cNvGrpSpPr/>
          <p:nvPr/>
        </p:nvGrpSpPr>
        <p:grpSpPr>
          <a:xfrm>
            <a:off x="8141661" y="383684"/>
            <a:ext cx="283508" cy="372427"/>
            <a:chOff x="-4082800" y="3612425"/>
            <a:chExt cx="222150" cy="291825"/>
          </a:xfrm>
        </p:grpSpPr>
        <p:sp>
          <p:nvSpPr>
            <p:cNvPr id="15" name="Google Shape;781;p46">
              <a:extLst>
                <a:ext uri="{FF2B5EF4-FFF2-40B4-BE49-F238E27FC236}">
                  <a16:creationId xmlns:a16="http://schemas.microsoft.com/office/drawing/2014/main" id="{AB7E17CF-F324-C893-68A9-A349C0806B4A}"/>
                </a:ext>
              </a:extLst>
            </p:cNvPr>
            <p:cNvSpPr/>
            <p:nvPr/>
          </p:nvSpPr>
          <p:spPr>
            <a:xfrm>
              <a:off x="-4027650" y="3663625"/>
              <a:ext cx="112650" cy="119725"/>
            </a:xfrm>
            <a:custGeom>
              <a:avLst/>
              <a:gdLst/>
              <a:ahLst/>
              <a:cxnLst/>
              <a:rect l="l" t="t" r="r" b="b"/>
              <a:pathLst>
                <a:path w="4506" h="4789" extrusionOk="0">
                  <a:moveTo>
                    <a:pt x="2237" y="1355"/>
                  </a:moveTo>
                  <a:cubicBezTo>
                    <a:pt x="2773" y="1355"/>
                    <a:pt x="3245" y="1827"/>
                    <a:pt x="3245" y="2395"/>
                  </a:cubicBezTo>
                  <a:cubicBezTo>
                    <a:pt x="3308" y="2930"/>
                    <a:pt x="2836" y="3434"/>
                    <a:pt x="2237" y="3434"/>
                  </a:cubicBezTo>
                  <a:cubicBezTo>
                    <a:pt x="1670" y="3434"/>
                    <a:pt x="1197" y="2962"/>
                    <a:pt x="1197" y="2395"/>
                  </a:cubicBezTo>
                  <a:cubicBezTo>
                    <a:pt x="1197" y="1859"/>
                    <a:pt x="1670" y="1355"/>
                    <a:pt x="2237" y="1355"/>
                  </a:cubicBezTo>
                  <a:close/>
                  <a:moveTo>
                    <a:pt x="1922" y="0"/>
                  </a:moveTo>
                  <a:lnTo>
                    <a:pt x="1922" y="473"/>
                  </a:lnTo>
                  <a:cubicBezTo>
                    <a:pt x="1922" y="630"/>
                    <a:pt x="1827" y="725"/>
                    <a:pt x="1670" y="788"/>
                  </a:cubicBezTo>
                  <a:cubicBezTo>
                    <a:pt x="1481" y="851"/>
                    <a:pt x="1292" y="945"/>
                    <a:pt x="1134" y="1103"/>
                  </a:cubicBezTo>
                  <a:cubicBezTo>
                    <a:pt x="1055" y="1143"/>
                    <a:pt x="962" y="1183"/>
                    <a:pt x="873" y="1183"/>
                  </a:cubicBezTo>
                  <a:cubicBezTo>
                    <a:pt x="822" y="1183"/>
                    <a:pt x="771" y="1169"/>
                    <a:pt x="725" y="1134"/>
                  </a:cubicBezTo>
                  <a:lnTo>
                    <a:pt x="347" y="914"/>
                  </a:lnTo>
                  <a:lnTo>
                    <a:pt x="0" y="1481"/>
                  </a:lnTo>
                  <a:lnTo>
                    <a:pt x="378" y="1733"/>
                  </a:lnTo>
                  <a:cubicBezTo>
                    <a:pt x="504" y="1796"/>
                    <a:pt x="599" y="1922"/>
                    <a:pt x="536" y="2079"/>
                  </a:cubicBezTo>
                  <a:cubicBezTo>
                    <a:pt x="504" y="2332"/>
                    <a:pt x="504" y="2489"/>
                    <a:pt x="536" y="2710"/>
                  </a:cubicBezTo>
                  <a:cubicBezTo>
                    <a:pt x="599" y="2867"/>
                    <a:pt x="504" y="2993"/>
                    <a:pt x="378" y="3056"/>
                  </a:cubicBezTo>
                  <a:lnTo>
                    <a:pt x="0" y="3308"/>
                  </a:lnTo>
                  <a:lnTo>
                    <a:pt x="347" y="3907"/>
                  </a:lnTo>
                  <a:lnTo>
                    <a:pt x="725" y="3655"/>
                  </a:lnTo>
                  <a:cubicBezTo>
                    <a:pt x="773" y="3631"/>
                    <a:pt x="826" y="3620"/>
                    <a:pt x="879" y="3620"/>
                  </a:cubicBezTo>
                  <a:cubicBezTo>
                    <a:pt x="967" y="3620"/>
                    <a:pt x="1056" y="3647"/>
                    <a:pt x="1134" y="3686"/>
                  </a:cubicBezTo>
                  <a:cubicBezTo>
                    <a:pt x="1292" y="3812"/>
                    <a:pt x="1481" y="3938"/>
                    <a:pt x="1670" y="4001"/>
                  </a:cubicBezTo>
                  <a:cubicBezTo>
                    <a:pt x="1796" y="4064"/>
                    <a:pt x="1922" y="4222"/>
                    <a:pt x="1922" y="4316"/>
                  </a:cubicBezTo>
                  <a:lnTo>
                    <a:pt x="1922" y="4789"/>
                  </a:lnTo>
                  <a:lnTo>
                    <a:pt x="2584" y="4789"/>
                  </a:lnTo>
                  <a:lnTo>
                    <a:pt x="2584" y="4316"/>
                  </a:lnTo>
                  <a:cubicBezTo>
                    <a:pt x="2584" y="4159"/>
                    <a:pt x="2678" y="4064"/>
                    <a:pt x="2836" y="4001"/>
                  </a:cubicBezTo>
                  <a:cubicBezTo>
                    <a:pt x="3025" y="3938"/>
                    <a:pt x="3182" y="3844"/>
                    <a:pt x="3371" y="3686"/>
                  </a:cubicBezTo>
                  <a:cubicBezTo>
                    <a:pt x="3449" y="3647"/>
                    <a:pt x="3539" y="3620"/>
                    <a:pt x="3626" y="3620"/>
                  </a:cubicBezTo>
                  <a:cubicBezTo>
                    <a:pt x="3680" y="3620"/>
                    <a:pt x="3733" y="3631"/>
                    <a:pt x="3781" y="3655"/>
                  </a:cubicBezTo>
                  <a:lnTo>
                    <a:pt x="4159" y="3907"/>
                  </a:lnTo>
                  <a:lnTo>
                    <a:pt x="4505" y="3308"/>
                  </a:lnTo>
                  <a:lnTo>
                    <a:pt x="4127" y="3056"/>
                  </a:lnTo>
                  <a:cubicBezTo>
                    <a:pt x="4001" y="2993"/>
                    <a:pt x="3938" y="2867"/>
                    <a:pt x="3970" y="2710"/>
                  </a:cubicBezTo>
                  <a:cubicBezTo>
                    <a:pt x="4001" y="2489"/>
                    <a:pt x="4001" y="2332"/>
                    <a:pt x="3970" y="2079"/>
                  </a:cubicBezTo>
                  <a:cubicBezTo>
                    <a:pt x="3938" y="1922"/>
                    <a:pt x="4001" y="1796"/>
                    <a:pt x="4127" y="1733"/>
                  </a:cubicBezTo>
                  <a:lnTo>
                    <a:pt x="4505" y="1481"/>
                  </a:lnTo>
                  <a:lnTo>
                    <a:pt x="4159" y="914"/>
                  </a:lnTo>
                  <a:lnTo>
                    <a:pt x="3781" y="1134"/>
                  </a:lnTo>
                  <a:cubicBezTo>
                    <a:pt x="3734" y="1169"/>
                    <a:pt x="3684" y="1183"/>
                    <a:pt x="3632" y="1183"/>
                  </a:cubicBezTo>
                  <a:cubicBezTo>
                    <a:pt x="3543" y="1183"/>
                    <a:pt x="3451" y="1143"/>
                    <a:pt x="3371" y="1103"/>
                  </a:cubicBezTo>
                  <a:cubicBezTo>
                    <a:pt x="3214" y="977"/>
                    <a:pt x="3025" y="851"/>
                    <a:pt x="2836" y="788"/>
                  </a:cubicBezTo>
                  <a:cubicBezTo>
                    <a:pt x="2710" y="725"/>
                    <a:pt x="2584" y="567"/>
                    <a:pt x="2584" y="473"/>
                  </a:cubicBezTo>
                  <a:lnTo>
                    <a:pt x="25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82;p46">
              <a:extLst>
                <a:ext uri="{FF2B5EF4-FFF2-40B4-BE49-F238E27FC236}">
                  <a16:creationId xmlns:a16="http://schemas.microsoft.com/office/drawing/2014/main" id="{4889C24B-08AF-465A-B200-DF7206DA6B26}"/>
                </a:ext>
              </a:extLst>
            </p:cNvPr>
            <p:cNvSpPr/>
            <p:nvPr/>
          </p:nvSpPr>
          <p:spPr>
            <a:xfrm>
              <a:off x="-4082800" y="3612425"/>
              <a:ext cx="222150" cy="291825"/>
            </a:xfrm>
            <a:custGeom>
              <a:avLst/>
              <a:gdLst/>
              <a:ahLst/>
              <a:cxnLst/>
              <a:rect l="l" t="t" r="r" b="b"/>
              <a:pathLst>
                <a:path w="8886" h="11673" extrusionOk="0">
                  <a:moveTo>
                    <a:pt x="5168" y="1324"/>
                  </a:moveTo>
                  <a:cubicBezTo>
                    <a:pt x="5357" y="1324"/>
                    <a:pt x="5514" y="1481"/>
                    <a:pt x="5514" y="1702"/>
                  </a:cubicBezTo>
                  <a:lnTo>
                    <a:pt x="5514" y="2269"/>
                  </a:lnTo>
                  <a:cubicBezTo>
                    <a:pt x="5609" y="2332"/>
                    <a:pt x="5735" y="2395"/>
                    <a:pt x="5829" y="2489"/>
                  </a:cubicBezTo>
                  <a:lnTo>
                    <a:pt x="6333" y="2206"/>
                  </a:lnTo>
                  <a:cubicBezTo>
                    <a:pt x="6396" y="2174"/>
                    <a:pt x="6491" y="2174"/>
                    <a:pt x="6617" y="2174"/>
                  </a:cubicBezTo>
                  <a:cubicBezTo>
                    <a:pt x="6680" y="2206"/>
                    <a:pt x="6774" y="2237"/>
                    <a:pt x="6806" y="2300"/>
                  </a:cubicBezTo>
                  <a:lnTo>
                    <a:pt x="7467" y="3497"/>
                  </a:lnTo>
                  <a:cubicBezTo>
                    <a:pt x="7562" y="3655"/>
                    <a:pt x="7530" y="3844"/>
                    <a:pt x="7341" y="3970"/>
                  </a:cubicBezTo>
                  <a:lnTo>
                    <a:pt x="6837" y="4254"/>
                  </a:lnTo>
                  <a:cubicBezTo>
                    <a:pt x="6869" y="4380"/>
                    <a:pt x="6869" y="4474"/>
                    <a:pt x="6837" y="4632"/>
                  </a:cubicBezTo>
                  <a:lnTo>
                    <a:pt x="7341" y="4915"/>
                  </a:lnTo>
                  <a:cubicBezTo>
                    <a:pt x="7499" y="4978"/>
                    <a:pt x="7593" y="5230"/>
                    <a:pt x="7467" y="5388"/>
                  </a:cubicBezTo>
                  <a:lnTo>
                    <a:pt x="6806" y="6553"/>
                  </a:lnTo>
                  <a:cubicBezTo>
                    <a:pt x="6774" y="6648"/>
                    <a:pt x="6680" y="6679"/>
                    <a:pt x="6617" y="6711"/>
                  </a:cubicBezTo>
                  <a:cubicBezTo>
                    <a:pt x="6588" y="6730"/>
                    <a:pt x="6555" y="6738"/>
                    <a:pt x="6523" y="6738"/>
                  </a:cubicBezTo>
                  <a:cubicBezTo>
                    <a:pt x="6450" y="6738"/>
                    <a:pt x="6377" y="6701"/>
                    <a:pt x="6333" y="6679"/>
                  </a:cubicBezTo>
                  <a:lnTo>
                    <a:pt x="5829" y="6396"/>
                  </a:lnTo>
                  <a:cubicBezTo>
                    <a:pt x="5703" y="6490"/>
                    <a:pt x="5609" y="6522"/>
                    <a:pt x="5514" y="6616"/>
                  </a:cubicBezTo>
                  <a:lnTo>
                    <a:pt x="5514" y="7183"/>
                  </a:lnTo>
                  <a:cubicBezTo>
                    <a:pt x="5514" y="7404"/>
                    <a:pt x="5357" y="7562"/>
                    <a:pt x="5168" y="7562"/>
                  </a:cubicBezTo>
                  <a:lnTo>
                    <a:pt x="3781" y="7562"/>
                  </a:lnTo>
                  <a:cubicBezTo>
                    <a:pt x="3592" y="7562"/>
                    <a:pt x="3435" y="7404"/>
                    <a:pt x="3435" y="7183"/>
                  </a:cubicBezTo>
                  <a:lnTo>
                    <a:pt x="3435" y="6616"/>
                  </a:lnTo>
                  <a:cubicBezTo>
                    <a:pt x="3309" y="6553"/>
                    <a:pt x="3183" y="6490"/>
                    <a:pt x="3120" y="6396"/>
                  </a:cubicBezTo>
                  <a:lnTo>
                    <a:pt x="2584" y="6679"/>
                  </a:lnTo>
                  <a:cubicBezTo>
                    <a:pt x="2521" y="6711"/>
                    <a:pt x="2427" y="6711"/>
                    <a:pt x="2332" y="6711"/>
                  </a:cubicBezTo>
                  <a:cubicBezTo>
                    <a:pt x="2238" y="6679"/>
                    <a:pt x="2175" y="6648"/>
                    <a:pt x="2112" y="6553"/>
                  </a:cubicBezTo>
                  <a:lnTo>
                    <a:pt x="1450" y="5388"/>
                  </a:lnTo>
                  <a:cubicBezTo>
                    <a:pt x="1387" y="5230"/>
                    <a:pt x="1419" y="5041"/>
                    <a:pt x="1576" y="4915"/>
                  </a:cubicBezTo>
                  <a:lnTo>
                    <a:pt x="2080" y="4632"/>
                  </a:lnTo>
                  <a:lnTo>
                    <a:pt x="2080" y="4443"/>
                  </a:lnTo>
                  <a:lnTo>
                    <a:pt x="2080" y="4254"/>
                  </a:lnTo>
                  <a:lnTo>
                    <a:pt x="1576" y="3970"/>
                  </a:lnTo>
                  <a:cubicBezTo>
                    <a:pt x="1419" y="3907"/>
                    <a:pt x="1324" y="3655"/>
                    <a:pt x="1450" y="3497"/>
                  </a:cubicBezTo>
                  <a:lnTo>
                    <a:pt x="2112" y="2332"/>
                  </a:lnTo>
                  <a:cubicBezTo>
                    <a:pt x="2175" y="2237"/>
                    <a:pt x="2238" y="2206"/>
                    <a:pt x="2332" y="2174"/>
                  </a:cubicBezTo>
                  <a:cubicBezTo>
                    <a:pt x="2352" y="2155"/>
                    <a:pt x="2377" y="2147"/>
                    <a:pt x="2405" y="2147"/>
                  </a:cubicBezTo>
                  <a:cubicBezTo>
                    <a:pt x="2467" y="2147"/>
                    <a:pt x="2541" y="2184"/>
                    <a:pt x="2584" y="2206"/>
                  </a:cubicBezTo>
                  <a:lnTo>
                    <a:pt x="3120" y="2489"/>
                  </a:lnTo>
                  <a:cubicBezTo>
                    <a:pt x="3214" y="2395"/>
                    <a:pt x="3309" y="2363"/>
                    <a:pt x="3435" y="2269"/>
                  </a:cubicBezTo>
                  <a:lnTo>
                    <a:pt x="3435" y="1702"/>
                  </a:lnTo>
                  <a:cubicBezTo>
                    <a:pt x="3435" y="1481"/>
                    <a:pt x="3592" y="1324"/>
                    <a:pt x="3781" y="1324"/>
                  </a:cubicBezTo>
                  <a:close/>
                  <a:moveTo>
                    <a:pt x="4443" y="0"/>
                  </a:moveTo>
                  <a:cubicBezTo>
                    <a:pt x="1986" y="0"/>
                    <a:pt x="1" y="2017"/>
                    <a:pt x="1" y="4443"/>
                  </a:cubicBezTo>
                  <a:cubicBezTo>
                    <a:pt x="1" y="5419"/>
                    <a:pt x="316" y="6333"/>
                    <a:pt x="851" y="7120"/>
                  </a:cubicBezTo>
                  <a:lnTo>
                    <a:pt x="4159" y="11531"/>
                  </a:lnTo>
                  <a:cubicBezTo>
                    <a:pt x="4222" y="11626"/>
                    <a:pt x="4325" y="11673"/>
                    <a:pt x="4431" y="11673"/>
                  </a:cubicBezTo>
                  <a:cubicBezTo>
                    <a:pt x="4538" y="11673"/>
                    <a:pt x="4648" y="11626"/>
                    <a:pt x="4727" y="11531"/>
                  </a:cubicBezTo>
                  <a:lnTo>
                    <a:pt x="8066" y="6994"/>
                  </a:lnTo>
                  <a:cubicBezTo>
                    <a:pt x="8602" y="6270"/>
                    <a:pt x="8885" y="5356"/>
                    <a:pt x="8885" y="4443"/>
                  </a:cubicBezTo>
                  <a:cubicBezTo>
                    <a:pt x="8885" y="2017"/>
                    <a:pt x="6932" y="0"/>
                    <a:pt x="44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83;p46">
              <a:extLst>
                <a:ext uri="{FF2B5EF4-FFF2-40B4-BE49-F238E27FC236}">
                  <a16:creationId xmlns:a16="http://schemas.microsoft.com/office/drawing/2014/main" id="{B13D8481-55DC-66F9-A3CB-982F6550E1C1}"/>
                </a:ext>
              </a:extLst>
            </p:cNvPr>
            <p:cNvSpPr/>
            <p:nvPr/>
          </p:nvSpPr>
          <p:spPr>
            <a:xfrm>
              <a:off x="-3980400" y="371480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784;p46">
            <a:extLst>
              <a:ext uri="{FF2B5EF4-FFF2-40B4-BE49-F238E27FC236}">
                <a16:creationId xmlns:a16="http://schemas.microsoft.com/office/drawing/2014/main" id="{A444A948-634E-A1F3-B522-FD049BC09B20}"/>
              </a:ext>
            </a:extLst>
          </p:cNvPr>
          <p:cNvSpPr/>
          <p:nvPr/>
        </p:nvSpPr>
        <p:spPr>
          <a:xfrm>
            <a:off x="6749880" y="1604756"/>
            <a:ext cx="554700" cy="554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785;p46">
            <a:extLst>
              <a:ext uri="{FF2B5EF4-FFF2-40B4-BE49-F238E27FC236}">
                <a16:creationId xmlns:a16="http://schemas.microsoft.com/office/drawing/2014/main" id="{925EDDA6-97E1-D91E-B0A0-3875304FC04F}"/>
              </a:ext>
            </a:extLst>
          </p:cNvPr>
          <p:cNvSpPr/>
          <p:nvPr/>
        </p:nvSpPr>
        <p:spPr>
          <a:xfrm>
            <a:off x="7199080" y="1907169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2428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0694-3DCE-37F0-D6F6-CD24938C8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Overview</a:t>
            </a:r>
            <a:br>
              <a:rPr lang="en-US" sz="4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</a:br>
            <a:endParaRPr lang="en-IN" sz="4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E4F6B4-9C8D-35E6-E983-5787AF247449}"/>
              </a:ext>
            </a:extLst>
          </p:cNvPr>
          <p:cNvSpPr/>
          <p:nvPr/>
        </p:nvSpPr>
        <p:spPr>
          <a:xfrm>
            <a:off x="6497914" y="3089643"/>
            <a:ext cx="1317743" cy="14586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5. Text-to-Speech (TTS)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98E900-3A2B-E19F-81D7-A953FEF69923}"/>
              </a:ext>
            </a:extLst>
          </p:cNvPr>
          <p:cNvSpPr/>
          <p:nvPr/>
        </p:nvSpPr>
        <p:spPr>
          <a:xfrm>
            <a:off x="8019909" y="3079551"/>
            <a:ext cx="1317743" cy="14586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6. Voice Output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F4E9DB-ED4E-D13A-5970-30DA63094365}"/>
              </a:ext>
            </a:extLst>
          </p:cNvPr>
          <p:cNvSpPr/>
          <p:nvPr/>
        </p:nvSpPr>
        <p:spPr>
          <a:xfrm>
            <a:off x="3358530" y="3079552"/>
            <a:ext cx="1317743" cy="14586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3. FastAPI Backend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05B339-0661-DF67-63F7-921B5B94DDBA}"/>
              </a:ext>
            </a:extLst>
          </p:cNvPr>
          <p:cNvSpPr/>
          <p:nvPr/>
        </p:nvSpPr>
        <p:spPr>
          <a:xfrm>
            <a:off x="4975919" y="3089643"/>
            <a:ext cx="1317743" cy="14586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4. Lang-Chain (LM Studio Hosted)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EFEEEE-6D5E-AB23-87F1-7370BA0664F4}"/>
              </a:ext>
            </a:extLst>
          </p:cNvPr>
          <p:cNvSpPr/>
          <p:nvPr/>
        </p:nvSpPr>
        <p:spPr>
          <a:xfrm>
            <a:off x="1771507" y="3089643"/>
            <a:ext cx="1317743" cy="14586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/>
              <a:t>2. Speech-to-Text (STT)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18CA1BF-2DFA-7B90-6B87-5F1698518AB1}"/>
              </a:ext>
            </a:extLst>
          </p:cNvPr>
          <p:cNvSpPr/>
          <p:nvPr/>
        </p:nvSpPr>
        <p:spPr>
          <a:xfrm>
            <a:off x="184484" y="3079550"/>
            <a:ext cx="1317743" cy="14586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1. User Voice Input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932F973-B0AD-E9D4-49E0-47ED3628AC47}"/>
              </a:ext>
            </a:extLst>
          </p:cNvPr>
          <p:cNvCxnSpPr>
            <a:cxnSpLocks/>
          </p:cNvCxnSpPr>
          <p:nvPr/>
        </p:nvCxnSpPr>
        <p:spPr>
          <a:xfrm>
            <a:off x="1502227" y="3757080"/>
            <a:ext cx="2881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7CB7C9-2EB2-13DC-706D-0548C24E9A46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 flipV="1">
            <a:off x="3089250" y="3808895"/>
            <a:ext cx="269280" cy="10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48B9F4-9997-FC8A-AC08-2860BC96F693}"/>
              </a:ext>
            </a:extLst>
          </p:cNvPr>
          <p:cNvCxnSpPr>
            <a:cxnSpLocks/>
          </p:cNvCxnSpPr>
          <p:nvPr/>
        </p:nvCxnSpPr>
        <p:spPr>
          <a:xfrm>
            <a:off x="4646482" y="3757080"/>
            <a:ext cx="3294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2B360D-048C-3036-73AE-4D8A0E558301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>
            <a:off x="6293662" y="3818986"/>
            <a:ext cx="204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1724D68-7401-E4A8-8AA2-F0746CA8667E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815657" y="3818985"/>
            <a:ext cx="2383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Google Shape;793;p47">
            <a:extLst>
              <a:ext uri="{FF2B5EF4-FFF2-40B4-BE49-F238E27FC236}">
                <a16:creationId xmlns:a16="http://schemas.microsoft.com/office/drawing/2014/main" id="{43959FB0-7886-A608-C2B1-AC7481D5CFE2}"/>
              </a:ext>
            </a:extLst>
          </p:cNvPr>
          <p:cNvSpPr/>
          <p:nvPr/>
        </p:nvSpPr>
        <p:spPr>
          <a:xfrm>
            <a:off x="8079573" y="524603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" name="Google Shape;794;p47">
            <a:extLst>
              <a:ext uri="{FF2B5EF4-FFF2-40B4-BE49-F238E27FC236}">
                <a16:creationId xmlns:a16="http://schemas.microsoft.com/office/drawing/2014/main" id="{DF6CAD69-97A8-242E-171C-69A7D3C8BA7D}"/>
              </a:ext>
            </a:extLst>
          </p:cNvPr>
          <p:cNvGrpSpPr/>
          <p:nvPr/>
        </p:nvGrpSpPr>
        <p:grpSpPr>
          <a:xfrm>
            <a:off x="8308263" y="649304"/>
            <a:ext cx="835737" cy="835737"/>
            <a:chOff x="7774163" y="804325"/>
            <a:chExt cx="587100" cy="587100"/>
          </a:xfrm>
        </p:grpSpPr>
        <p:sp>
          <p:nvSpPr>
            <p:cNvPr id="27" name="Google Shape;795;p47">
              <a:extLst>
                <a:ext uri="{FF2B5EF4-FFF2-40B4-BE49-F238E27FC236}">
                  <a16:creationId xmlns:a16="http://schemas.microsoft.com/office/drawing/2014/main" id="{A281EA9C-9CA4-F2AA-E39B-DD6584B847C6}"/>
                </a:ext>
              </a:extLst>
            </p:cNvPr>
            <p:cNvSpPr/>
            <p:nvPr/>
          </p:nvSpPr>
          <p:spPr>
            <a:xfrm>
              <a:off x="7774163" y="8043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96;p47">
              <a:extLst>
                <a:ext uri="{FF2B5EF4-FFF2-40B4-BE49-F238E27FC236}">
                  <a16:creationId xmlns:a16="http://schemas.microsoft.com/office/drawing/2014/main" id="{765D2C3B-A8A6-1F4F-AE3D-F7EB653EC529}"/>
                </a:ext>
              </a:extLst>
            </p:cNvPr>
            <p:cNvSpPr/>
            <p:nvPr/>
          </p:nvSpPr>
          <p:spPr>
            <a:xfrm>
              <a:off x="7845113" y="8752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" name="Google Shape;797;p47">
              <a:extLst>
                <a:ext uri="{FF2B5EF4-FFF2-40B4-BE49-F238E27FC236}">
                  <a16:creationId xmlns:a16="http://schemas.microsoft.com/office/drawing/2014/main" id="{606FCA39-28EB-53FF-C017-74C41BFCDD24}"/>
                </a:ext>
              </a:extLst>
            </p:cNvPr>
            <p:cNvGrpSpPr/>
            <p:nvPr/>
          </p:nvGrpSpPr>
          <p:grpSpPr>
            <a:xfrm>
              <a:off x="7941423" y="971571"/>
              <a:ext cx="252594" cy="252615"/>
              <a:chOff x="-44924250" y="3206000"/>
              <a:chExt cx="300100" cy="300125"/>
            </a:xfrm>
          </p:grpSpPr>
          <p:sp>
            <p:nvSpPr>
              <p:cNvPr id="30" name="Google Shape;798;p47">
                <a:extLst>
                  <a:ext uri="{FF2B5EF4-FFF2-40B4-BE49-F238E27FC236}">
                    <a16:creationId xmlns:a16="http://schemas.microsoft.com/office/drawing/2014/main" id="{EA0319BB-9A52-F14B-B935-812F5473CD70}"/>
                  </a:ext>
                </a:extLst>
              </p:cNvPr>
              <p:cNvSpPr/>
              <p:nvPr/>
            </p:nvSpPr>
            <p:spPr>
              <a:xfrm>
                <a:off x="-44747025" y="3365100"/>
                <a:ext cx="122875" cy="87450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4915" y="3498"/>
                    </a:lnTo>
                    <a:lnTo>
                      <a:pt x="49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799;p47">
                <a:extLst>
                  <a:ext uri="{FF2B5EF4-FFF2-40B4-BE49-F238E27FC236}">
                    <a16:creationId xmlns:a16="http://schemas.microsoft.com/office/drawing/2014/main" id="{291F80E6-184B-E7AA-F7FD-AB1C6CA06F03}"/>
                  </a:ext>
                </a:extLst>
              </p:cNvPr>
              <p:cNvSpPr/>
              <p:nvPr/>
            </p:nvSpPr>
            <p:spPr>
              <a:xfrm>
                <a:off x="-44747025" y="3470650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0" y="0"/>
                    </a:moveTo>
                    <a:lnTo>
                      <a:pt x="0" y="347"/>
                    </a:lnTo>
                    <a:cubicBezTo>
                      <a:pt x="0" y="946"/>
                      <a:pt x="473" y="1418"/>
                      <a:pt x="1071" y="1418"/>
                    </a:cubicBezTo>
                    <a:lnTo>
                      <a:pt x="3875" y="1418"/>
                    </a:lnTo>
                    <a:cubicBezTo>
                      <a:pt x="4442" y="1418"/>
                      <a:pt x="4915" y="946"/>
                      <a:pt x="4915" y="347"/>
                    </a:cubicBezTo>
                    <a:lnTo>
                      <a:pt x="491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800;p47">
                <a:extLst>
                  <a:ext uri="{FF2B5EF4-FFF2-40B4-BE49-F238E27FC236}">
                    <a16:creationId xmlns:a16="http://schemas.microsoft.com/office/drawing/2014/main" id="{DA396811-DCD1-3C1C-0961-3C08EA3D0C9A}"/>
                  </a:ext>
                </a:extLst>
              </p:cNvPr>
              <p:cNvSpPr/>
              <p:nvPr/>
            </p:nvSpPr>
            <p:spPr>
              <a:xfrm>
                <a:off x="-44747025" y="3313125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1071" y="1"/>
                    </a:moveTo>
                    <a:cubicBezTo>
                      <a:pt x="473" y="1"/>
                      <a:pt x="0" y="473"/>
                      <a:pt x="0" y="1072"/>
                    </a:cubicBezTo>
                    <a:lnTo>
                      <a:pt x="0" y="1418"/>
                    </a:lnTo>
                    <a:lnTo>
                      <a:pt x="4915" y="1418"/>
                    </a:lnTo>
                    <a:lnTo>
                      <a:pt x="4915" y="1072"/>
                    </a:lnTo>
                    <a:cubicBezTo>
                      <a:pt x="4915" y="473"/>
                      <a:pt x="4442" y="1"/>
                      <a:pt x="3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801;p47">
                <a:extLst>
                  <a:ext uri="{FF2B5EF4-FFF2-40B4-BE49-F238E27FC236}">
                    <a16:creationId xmlns:a16="http://schemas.microsoft.com/office/drawing/2014/main" id="{178821EC-8095-4796-D186-F08C181D751B}"/>
                  </a:ext>
                </a:extLst>
              </p:cNvPr>
              <p:cNvSpPr/>
              <p:nvPr/>
            </p:nvSpPr>
            <p:spPr>
              <a:xfrm>
                <a:off x="-44924250" y="3384000"/>
                <a:ext cx="159125" cy="69350"/>
              </a:xfrm>
              <a:custGeom>
                <a:avLst/>
                <a:gdLst/>
                <a:ahLst/>
                <a:cxnLst/>
                <a:rect l="l" t="t" r="r" b="b"/>
                <a:pathLst>
                  <a:path w="6365" h="2774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32" y="316"/>
                    </a:lnTo>
                    <a:cubicBezTo>
                      <a:pt x="32" y="915"/>
                      <a:pt x="505" y="1387"/>
                      <a:pt x="1103" y="1387"/>
                    </a:cubicBezTo>
                    <a:lnTo>
                      <a:pt x="4254" y="1387"/>
                    </a:lnTo>
                    <a:lnTo>
                      <a:pt x="4254" y="2080"/>
                    </a:lnTo>
                    <a:lnTo>
                      <a:pt x="3183" y="2080"/>
                    </a:lnTo>
                    <a:cubicBezTo>
                      <a:pt x="2994" y="2080"/>
                      <a:pt x="2836" y="2238"/>
                      <a:pt x="2836" y="2427"/>
                    </a:cubicBezTo>
                    <a:cubicBezTo>
                      <a:pt x="2836" y="2647"/>
                      <a:pt x="2994" y="2773"/>
                      <a:pt x="3183" y="2773"/>
                    </a:cubicBezTo>
                    <a:lnTo>
                      <a:pt x="6365" y="2773"/>
                    </a:lnTo>
                    <a:lnTo>
                      <a:pt x="63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802;p47">
                <a:extLst>
                  <a:ext uri="{FF2B5EF4-FFF2-40B4-BE49-F238E27FC236}">
                    <a16:creationId xmlns:a16="http://schemas.microsoft.com/office/drawing/2014/main" id="{EFCED243-0E7E-1489-952B-1B008E8A90EB}"/>
                  </a:ext>
                </a:extLst>
              </p:cNvPr>
              <p:cNvSpPr/>
              <p:nvPr/>
            </p:nvSpPr>
            <p:spPr>
              <a:xfrm>
                <a:off x="-44924250" y="3206000"/>
                <a:ext cx="2646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10587" h="6365" extrusionOk="0">
                    <a:moveTo>
                      <a:pt x="1072" y="1"/>
                    </a:moveTo>
                    <a:cubicBezTo>
                      <a:pt x="473" y="1"/>
                      <a:pt x="1" y="473"/>
                      <a:pt x="1" y="1041"/>
                    </a:cubicBezTo>
                    <a:lnTo>
                      <a:pt x="1" y="6365"/>
                    </a:lnTo>
                    <a:lnTo>
                      <a:pt x="6365" y="6365"/>
                    </a:lnTo>
                    <a:lnTo>
                      <a:pt x="6365" y="5357"/>
                    </a:lnTo>
                    <a:cubicBezTo>
                      <a:pt x="6365" y="4349"/>
                      <a:pt x="7152" y="3561"/>
                      <a:pt x="8160" y="3561"/>
                    </a:cubicBezTo>
                    <a:lnTo>
                      <a:pt x="10586" y="3561"/>
                    </a:lnTo>
                    <a:lnTo>
                      <a:pt x="10586" y="1041"/>
                    </a:lnTo>
                    <a:cubicBezTo>
                      <a:pt x="10586" y="473"/>
                      <a:pt x="10114" y="1"/>
                      <a:pt x="95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" name="Google Shape;803;p47">
            <a:extLst>
              <a:ext uri="{FF2B5EF4-FFF2-40B4-BE49-F238E27FC236}">
                <a16:creationId xmlns:a16="http://schemas.microsoft.com/office/drawing/2014/main" id="{F63CC91D-5A4D-0710-AE3F-416CEA3D58CF}"/>
              </a:ext>
            </a:extLst>
          </p:cNvPr>
          <p:cNvSpPr/>
          <p:nvPr/>
        </p:nvSpPr>
        <p:spPr>
          <a:xfrm>
            <a:off x="8860486" y="43628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804;p47">
            <a:extLst>
              <a:ext uri="{FF2B5EF4-FFF2-40B4-BE49-F238E27FC236}">
                <a16:creationId xmlns:a16="http://schemas.microsoft.com/office/drawing/2014/main" id="{7BA5AB85-7FD3-32DD-FC56-4703F19E189B}"/>
              </a:ext>
            </a:extLst>
          </p:cNvPr>
          <p:cNvSpPr/>
          <p:nvPr/>
        </p:nvSpPr>
        <p:spPr>
          <a:xfrm>
            <a:off x="8818061" y="-19084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805;p47">
            <a:extLst>
              <a:ext uri="{FF2B5EF4-FFF2-40B4-BE49-F238E27FC236}">
                <a16:creationId xmlns:a16="http://schemas.microsoft.com/office/drawing/2014/main" id="{A3BB5F83-FA43-754A-3443-27775A03DBAC}"/>
              </a:ext>
            </a:extLst>
          </p:cNvPr>
          <p:cNvSpPr/>
          <p:nvPr/>
        </p:nvSpPr>
        <p:spPr>
          <a:xfrm>
            <a:off x="8249898" y="132428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800F5D-4672-583D-14F9-F1AE156B8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92" y="1484551"/>
            <a:ext cx="803938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What it is: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A voice-enabled conversational interface for real-time, speech-based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Core Logic: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Built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LangChain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to manage the conversational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The "Brain":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Powered by a Llama 2 7B model hosted locally via LM Studio.</a:t>
            </a:r>
          </a:p>
        </p:txBody>
      </p:sp>
    </p:spTree>
    <p:extLst>
      <p:ext uri="{BB962C8B-B14F-4D97-AF65-F5344CB8AC3E}">
        <p14:creationId xmlns:p14="http://schemas.microsoft.com/office/powerpoint/2010/main" val="2086379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DED0-2CF8-BD12-C8E6-68BAAE77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Key Features</a:t>
            </a:r>
            <a:br>
              <a:rPr lang="en-US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</a:br>
            <a:endParaRPr lang="en-IN" dirty="0"/>
          </a:p>
        </p:txBody>
      </p:sp>
      <p:sp>
        <p:nvSpPr>
          <p:cNvPr id="4" name="Google Shape;793;p47">
            <a:extLst>
              <a:ext uri="{FF2B5EF4-FFF2-40B4-BE49-F238E27FC236}">
                <a16:creationId xmlns:a16="http://schemas.microsoft.com/office/drawing/2014/main" id="{34CD5E21-501A-73BC-9931-AFA1FD7F1743}"/>
              </a:ext>
            </a:extLst>
          </p:cNvPr>
          <p:cNvSpPr/>
          <p:nvPr/>
        </p:nvSpPr>
        <p:spPr>
          <a:xfrm>
            <a:off x="7804754" y="685482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794;p47">
            <a:extLst>
              <a:ext uri="{FF2B5EF4-FFF2-40B4-BE49-F238E27FC236}">
                <a16:creationId xmlns:a16="http://schemas.microsoft.com/office/drawing/2014/main" id="{579C2917-017C-120F-DE2D-9D5484C0BEAE}"/>
              </a:ext>
            </a:extLst>
          </p:cNvPr>
          <p:cNvGrpSpPr/>
          <p:nvPr/>
        </p:nvGrpSpPr>
        <p:grpSpPr>
          <a:xfrm>
            <a:off x="8033444" y="810183"/>
            <a:ext cx="835737" cy="835737"/>
            <a:chOff x="7774163" y="804325"/>
            <a:chExt cx="587100" cy="587100"/>
          </a:xfrm>
        </p:grpSpPr>
        <p:sp>
          <p:nvSpPr>
            <p:cNvPr id="6" name="Google Shape;795;p47">
              <a:extLst>
                <a:ext uri="{FF2B5EF4-FFF2-40B4-BE49-F238E27FC236}">
                  <a16:creationId xmlns:a16="http://schemas.microsoft.com/office/drawing/2014/main" id="{E052F006-6810-2B7E-FB93-F2E744E79764}"/>
                </a:ext>
              </a:extLst>
            </p:cNvPr>
            <p:cNvSpPr/>
            <p:nvPr/>
          </p:nvSpPr>
          <p:spPr>
            <a:xfrm>
              <a:off x="7774163" y="8043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96;p47">
              <a:extLst>
                <a:ext uri="{FF2B5EF4-FFF2-40B4-BE49-F238E27FC236}">
                  <a16:creationId xmlns:a16="http://schemas.microsoft.com/office/drawing/2014/main" id="{6AD2D21B-EE34-B042-0A14-4CA8EFDA8C36}"/>
                </a:ext>
              </a:extLst>
            </p:cNvPr>
            <p:cNvSpPr/>
            <p:nvPr/>
          </p:nvSpPr>
          <p:spPr>
            <a:xfrm>
              <a:off x="7845113" y="8752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797;p47">
              <a:extLst>
                <a:ext uri="{FF2B5EF4-FFF2-40B4-BE49-F238E27FC236}">
                  <a16:creationId xmlns:a16="http://schemas.microsoft.com/office/drawing/2014/main" id="{4A77FB5E-974E-374B-CFF8-0AB29630CFEC}"/>
                </a:ext>
              </a:extLst>
            </p:cNvPr>
            <p:cNvGrpSpPr/>
            <p:nvPr/>
          </p:nvGrpSpPr>
          <p:grpSpPr>
            <a:xfrm>
              <a:off x="7941423" y="971571"/>
              <a:ext cx="252594" cy="252615"/>
              <a:chOff x="-44924250" y="3206000"/>
              <a:chExt cx="300100" cy="300125"/>
            </a:xfrm>
          </p:grpSpPr>
          <p:sp>
            <p:nvSpPr>
              <p:cNvPr id="9" name="Google Shape;798;p47">
                <a:extLst>
                  <a:ext uri="{FF2B5EF4-FFF2-40B4-BE49-F238E27FC236}">
                    <a16:creationId xmlns:a16="http://schemas.microsoft.com/office/drawing/2014/main" id="{F9209922-B119-1341-9842-60BDC24E354D}"/>
                  </a:ext>
                </a:extLst>
              </p:cNvPr>
              <p:cNvSpPr/>
              <p:nvPr/>
            </p:nvSpPr>
            <p:spPr>
              <a:xfrm>
                <a:off x="-44747025" y="3365100"/>
                <a:ext cx="122875" cy="87450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4915" y="3498"/>
                    </a:lnTo>
                    <a:lnTo>
                      <a:pt x="49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799;p47">
                <a:extLst>
                  <a:ext uri="{FF2B5EF4-FFF2-40B4-BE49-F238E27FC236}">
                    <a16:creationId xmlns:a16="http://schemas.microsoft.com/office/drawing/2014/main" id="{D060469C-76D9-9E24-6F53-856E9058D5A2}"/>
                  </a:ext>
                </a:extLst>
              </p:cNvPr>
              <p:cNvSpPr/>
              <p:nvPr/>
            </p:nvSpPr>
            <p:spPr>
              <a:xfrm>
                <a:off x="-44747025" y="3470650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0" y="0"/>
                    </a:moveTo>
                    <a:lnTo>
                      <a:pt x="0" y="347"/>
                    </a:lnTo>
                    <a:cubicBezTo>
                      <a:pt x="0" y="946"/>
                      <a:pt x="473" y="1418"/>
                      <a:pt x="1071" y="1418"/>
                    </a:cubicBezTo>
                    <a:lnTo>
                      <a:pt x="3875" y="1418"/>
                    </a:lnTo>
                    <a:cubicBezTo>
                      <a:pt x="4442" y="1418"/>
                      <a:pt x="4915" y="946"/>
                      <a:pt x="4915" y="347"/>
                    </a:cubicBezTo>
                    <a:lnTo>
                      <a:pt x="491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800;p47">
                <a:extLst>
                  <a:ext uri="{FF2B5EF4-FFF2-40B4-BE49-F238E27FC236}">
                    <a16:creationId xmlns:a16="http://schemas.microsoft.com/office/drawing/2014/main" id="{53DE6B9B-CC48-F055-84F8-2C41AA825DAB}"/>
                  </a:ext>
                </a:extLst>
              </p:cNvPr>
              <p:cNvSpPr/>
              <p:nvPr/>
            </p:nvSpPr>
            <p:spPr>
              <a:xfrm>
                <a:off x="-44747025" y="3313125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1071" y="1"/>
                    </a:moveTo>
                    <a:cubicBezTo>
                      <a:pt x="473" y="1"/>
                      <a:pt x="0" y="473"/>
                      <a:pt x="0" y="1072"/>
                    </a:cubicBezTo>
                    <a:lnTo>
                      <a:pt x="0" y="1418"/>
                    </a:lnTo>
                    <a:lnTo>
                      <a:pt x="4915" y="1418"/>
                    </a:lnTo>
                    <a:lnTo>
                      <a:pt x="4915" y="1072"/>
                    </a:lnTo>
                    <a:cubicBezTo>
                      <a:pt x="4915" y="473"/>
                      <a:pt x="4442" y="1"/>
                      <a:pt x="3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801;p47">
                <a:extLst>
                  <a:ext uri="{FF2B5EF4-FFF2-40B4-BE49-F238E27FC236}">
                    <a16:creationId xmlns:a16="http://schemas.microsoft.com/office/drawing/2014/main" id="{164E00C7-0A5D-B923-A4E9-A4F090934E41}"/>
                  </a:ext>
                </a:extLst>
              </p:cNvPr>
              <p:cNvSpPr/>
              <p:nvPr/>
            </p:nvSpPr>
            <p:spPr>
              <a:xfrm>
                <a:off x="-44924250" y="3384000"/>
                <a:ext cx="159125" cy="69350"/>
              </a:xfrm>
              <a:custGeom>
                <a:avLst/>
                <a:gdLst/>
                <a:ahLst/>
                <a:cxnLst/>
                <a:rect l="l" t="t" r="r" b="b"/>
                <a:pathLst>
                  <a:path w="6365" h="2774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32" y="316"/>
                    </a:lnTo>
                    <a:cubicBezTo>
                      <a:pt x="32" y="915"/>
                      <a:pt x="505" y="1387"/>
                      <a:pt x="1103" y="1387"/>
                    </a:cubicBezTo>
                    <a:lnTo>
                      <a:pt x="4254" y="1387"/>
                    </a:lnTo>
                    <a:lnTo>
                      <a:pt x="4254" y="2080"/>
                    </a:lnTo>
                    <a:lnTo>
                      <a:pt x="3183" y="2080"/>
                    </a:lnTo>
                    <a:cubicBezTo>
                      <a:pt x="2994" y="2080"/>
                      <a:pt x="2836" y="2238"/>
                      <a:pt x="2836" y="2427"/>
                    </a:cubicBezTo>
                    <a:cubicBezTo>
                      <a:pt x="2836" y="2647"/>
                      <a:pt x="2994" y="2773"/>
                      <a:pt x="3183" y="2773"/>
                    </a:cubicBezTo>
                    <a:lnTo>
                      <a:pt x="6365" y="2773"/>
                    </a:lnTo>
                    <a:lnTo>
                      <a:pt x="63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802;p47">
                <a:extLst>
                  <a:ext uri="{FF2B5EF4-FFF2-40B4-BE49-F238E27FC236}">
                    <a16:creationId xmlns:a16="http://schemas.microsoft.com/office/drawing/2014/main" id="{1F423350-4DBE-2734-DB25-2608726CC298}"/>
                  </a:ext>
                </a:extLst>
              </p:cNvPr>
              <p:cNvSpPr/>
              <p:nvPr/>
            </p:nvSpPr>
            <p:spPr>
              <a:xfrm>
                <a:off x="-44924250" y="3206000"/>
                <a:ext cx="2646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10587" h="6365" extrusionOk="0">
                    <a:moveTo>
                      <a:pt x="1072" y="1"/>
                    </a:moveTo>
                    <a:cubicBezTo>
                      <a:pt x="473" y="1"/>
                      <a:pt x="1" y="473"/>
                      <a:pt x="1" y="1041"/>
                    </a:cubicBezTo>
                    <a:lnTo>
                      <a:pt x="1" y="6365"/>
                    </a:lnTo>
                    <a:lnTo>
                      <a:pt x="6365" y="6365"/>
                    </a:lnTo>
                    <a:lnTo>
                      <a:pt x="6365" y="5357"/>
                    </a:lnTo>
                    <a:cubicBezTo>
                      <a:pt x="6365" y="4349"/>
                      <a:pt x="7152" y="3561"/>
                      <a:pt x="8160" y="3561"/>
                    </a:cubicBezTo>
                    <a:lnTo>
                      <a:pt x="10586" y="3561"/>
                    </a:lnTo>
                    <a:lnTo>
                      <a:pt x="10586" y="1041"/>
                    </a:lnTo>
                    <a:cubicBezTo>
                      <a:pt x="10586" y="473"/>
                      <a:pt x="10114" y="1"/>
                      <a:pt x="95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Google Shape;803;p47">
            <a:extLst>
              <a:ext uri="{FF2B5EF4-FFF2-40B4-BE49-F238E27FC236}">
                <a16:creationId xmlns:a16="http://schemas.microsoft.com/office/drawing/2014/main" id="{A4734F69-4222-CE6F-2B73-40A2BAD8A6C8}"/>
              </a:ext>
            </a:extLst>
          </p:cNvPr>
          <p:cNvSpPr/>
          <p:nvPr/>
        </p:nvSpPr>
        <p:spPr>
          <a:xfrm>
            <a:off x="8585667" y="204507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04;p47">
            <a:extLst>
              <a:ext uri="{FF2B5EF4-FFF2-40B4-BE49-F238E27FC236}">
                <a16:creationId xmlns:a16="http://schemas.microsoft.com/office/drawing/2014/main" id="{12E3A16B-F7DB-B200-1E6E-DF264FFD9D5F}"/>
              </a:ext>
            </a:extLst>
          </p:cNvPr>
          <p:cNvSpPr/>
          <p:nvPr/>
        </p:nvSpPr>
        <p:spPr>
          <a:xfrm>
            <a:off x="8543242" y="141795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805;p47">
            <a:extLst>
              <a:ext uri="{FF2B5EF4-FFF2-40B4-BE49-F238E27FC236}">
                <a16:creationId xmlns:a16="http://schemas.microsoft.com/office/drawing/2014/main" id="{24822FE2-5C5D-9301-6BBA-1A708ACE4662}"/>
              </a:ext>
            </a:extLst>
          </p:cNvPr>
          <p:cNvSpPr/>
          <p:nvPr/>
        </p:nvSpPr>
        <p:spPr>
          <a:xfrm>
            <a:off x="7975079" y="293307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C54AB4D6-FFB2-83FD-C64B-F3CA4BABB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67" y="1516265"/>
            <a:ext cx="7502375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Speech-to-Text: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Converts the user's spoken query into text using speech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Query Processing: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Uses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LangChain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to manage the logic, sending the text to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		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Llama 2 7B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for a natural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Text-to-Speech: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Converts the AI's text response back into voice output,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	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enabling a true two-way conversation.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Offline Operation: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Runs entirely locally for enhanced privacy and faster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	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(non-internet-dependent) response times.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PDF Summaries: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Includes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FastAPI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endpoint to generate PDF summaries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	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conversations or policy insights on demand.</a:t>
            </a:r>
          </a:p>
        </p:txBody>
      </p:sp>
    </p:spTree>
    <p:extLst>
      <p:ext uri="{BB962C8B-B14F-4D97-AF65-F5344CB8AC3E}">
        <p14:creationId xmlns:p14="http://schemas.microsoft.com/office/powerpoint/2010/main" val="2615561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135A19-9245-DA10-6643-898CDB6B51D5}"/>
              </a:ext>
            </a:extLst>
          </p:cNvPr>
          <p:cNvSpPr txBox="1"/>
          <p:nvPr/>
        </p:nvSpPr>
        <p:spPr>
          <a:xfrm>
            <a:off x="610737" y="405062"/>
            <a:ext cx="6895813" cy="4325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u="sng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Technology Stack</a:t>
            </a:r>
          </a:p>
          <a:p>
            <a:endParaRPr lang="en-IN" b="1" dirty="0">
              <a:solidFill>
                <a:schemeClr val="accent2">
                  <a:lumMod val="75000"/>
                </a:schemeClr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-     Model: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Llama 2 7B 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ea typeface="Varela Round"/>
                <a:cs typeface="Varela Round" panose="00000500000000000000" pitchFamily="2" charset="-79"/>
                <a:sym typeface="Varela Round"/>
              </a:rPr>
              <a:t>llama-2-7b-langchain-chat)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285750" indent="-285750">
              <a:buFontTx/>
              <a:buChar char="-"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Model Host: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LM Studio</a:t>
            </a:r>
          </a:p>
          <a:p>
            <a:pPr marL="285750" indent="-285750">
              <a:buFontTx/>
              <a:buChar char="-"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Backend Framework: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Fast-API</a:t>
            </a: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-     Backend Orchestrator: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Lang-Chain</a:t>
            </a: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-     Frontend: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HTML, CSS, JavaScript</a:t>
            </a:r>
          </a:p>
          <a:p>
            <a:endParaRPr lang="en-IN" dirty="0">
              <a:solidFill>
                <a:schemeClr val="accent2">
                  <a:lumMod val="75000"/>
                </a:schemeClr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Key APIs &amp; Libraries: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lvl="1"/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-     Speech-to-Text (S2T):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Speech Recognition (Python library)</a:t>
            </a:r>
          </a:p>
          <a:p>
            <a:pPr lvl="1"/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-     Text-to-Speech (T2S):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Web Speech API (Browser API)</a:t>
            </a:r>
          </a:p>
          <a:p>
            <a:pPr lvl="1"/>
            <a:endParaRPr lang="en-IN" dirty="0">
              <a:solidFill>
                <a:schemeClr val="accent2">
                  <a:lumMod val="75000"/>
                </a:schemeClr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Applications</a:t>
            </a: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-    Used for interactive AI policy discussions and research assistance.</a:t>
            </a: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-    Enhances accessibility through voice-driven AI communication.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" name="Google Shape;327;p31">
            <a:extLst>
              <a:ext uri="{FF2B5EF4-FFF2-40B4-BE49-F238E27FC236}">
                <a16:creationId xmlns:a16="http://schemas.microsoft.com/office/drawing/2014/main" id="{84E131DC-2631-15A9-9577-738D172998AA}"/>
              </a:ext>
            </a:extLst>
          </p:cNvPr>
          <p:cNvSpPr/>
          <p:nvPr/>
        </p:nvSpPr>
        <p:spPr>
          <a:xfrm>
            <a:off x="7228750" y="1165437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29;p31">
            <a:extLst>
              <a:ext uri="{FF2B5EF4-FFF2-40B4-BE49-F238E27FC236}">
                <a16:creationId xmlns:a16="http://schemas.microsoft.com/office/drawing/2014/main" id="{BD283C20-9A15-7851-CFEA-71E09D077780}"/>
              </a:ext>
            </a:extLst>
          </p:cNvPr>
          <p:cNvSpPr/>
          <p:nvPr/>
        </p:nvSpPr>
        <p:spPr>
          <a:xfrm>
            <a:off x="7039800" y="909863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330;p31">
            <a:extLst>
              <a:ext uri="{FF2B5EF4-FFF2-40B4-BE49-F238E27FC236}">
                <a16:creationId xmlns:a16="http://schemas.microsoft.com/office/drawing/2014/main" id="{E38914A5-C4D3-C3A9-5361-E4250EA76A89}"/>
              </a:ext>
            </a:extLst>
          </p:cNvPr>
          <p:cNvGrpSpPr/>
          <p:nvPr/>
        </p:nvGrpSpPr>
        <p:grpSpPr>
          <a:xfrm>
            <a:off x="7478435" y="859579"/>
            <a:ext cx="835711" cy="835711"/>
            <a:chOff x="1221094" y="2847175"/>
            <a:chExt cx="554700" cy="554700"/>
          </a:xfrm>
        </p:grpSpPr>
        <p:sp>
          <p:nvSpPr>
            <p:cNvPr id="6" name="Google Shape;331;p31">
              <a:extLst>
                <a:ext uri="{FF2B5EF4-FFF2-40B4-BE49-F238E27FC236}">
                  <a16:creationId xmlns:a16="http://schemas.microsoft.com/office/drawing/2014/main" id="{BA052F45-D2CE-6681-0773-DD2DC1E3DE08}"/>
                </a:ext>
              </a:extLst>
            </p:cNvPr>
            <p:cNvSpPr/>
            <p:nvPr/>
          </p:nvSpPr>
          <p:spPr>
            <a:xfrm>
              <a:off x="1221094" y="2847175"/>
              <a:ext cx="554700" cy="5547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32;p31">
              <a:extLst>
                <a:ext uri="{FF2B5EF4-FFF2-40B4-BE49-F238E27FC236}">
                  <a16:creationId xmlns:a16="http://schemas.microsoft.com/office/drawing/2014/main" id="{39A88702-8181-F1D0-874D-384FB603DE85}"/>
                </a:ext>
              </a:extLst>
            </p:cNvPr>
            <p:cNvSpPr/>
            <p:nvPr/>
          </p:nvSpPr>
          <p:spPr>
            <a:xfrm>
              <a:off x="1288144" y="2914222"/>
              <a:ext cx="420600" cy="4206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333;p31">
              <a:extLst>
                <a:ext uri="{FF2B5EF4-FFF2-40B4-BE49-F238E27FC236}">
                  <a16:creationId xmlns:a16="http://schemas.microsoft.com/office/drawing/2014/main" id="{C9E51F3E-A0A4-47C9-0357-9893B95D58A7}"/>
                </a:ext>
              </a:extLst>
            </p:cNvPr>
            <p:cNvGrpSpPr/>
            <p:nvPr/>
          </p:nvGrpSpPr>
          <p:grpSpPr>
            <a:xfrm>
              <a:off x="1389861" y="2980064"/>
              <a:ext cx="217166" cy="258028"/>
              <a:chOff x="-48233050" y="3569725"/>
              <a:chExt cx="252050" cy="299475"/>
            </a:xfrm>
          </p:grpSpPr>
          <p:sp>
            <p:nvSpPr>
              <p:cNvPr id="9" name="Google Shape;334;p31">
                <a:extLst>
                  <a:ext uri="{FF2B5EF4-FFF2-40B4-BE49-F238E27FC236}">
                    <a16:creationId xmlns:a16="http://schemas.microsoft.com/office/drawing/2014/main" id="{47FBF5A1-548C-E75F-557D-5B81250833E4}"/>
                  </a:ext>
                </a:extLst>
              </p:cNvPr>
              <p:cNvSpPr/>
              <p:nvPr/>
            </p:nvSpPr>
            <p:spPr>
              <a:xfrm>
                <a:off x="-48233050" y="3569725"/>
                <a:ext cx="252050" cy="299475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1979" extrusionOk="0">
                    <a:moveTo>
                      <a:pt x="5230" y="1393"/>
                    </a:moveTo>
                    <a:cubicBezTo>
                      <a:pt x="5419" y="1393"/>
                      <a:pt x="5577" y="1551"/>
                      <a:pt x="5577" y="1740"/>
                    </a:cubicBezTo>
                    <a:lnTo>
                      <a:pt x="5577" y="1960"/>
                    </a:lnTo>
                    <a:cubicBezTo>
                      <a:pt x="5703" y="2023"/>
                      <a:pt x="5829" y="2086"/>
                      <a:pt x="5923" y="2181"/>
                    </a:cubicBezTo>
                    <a:lnTo>
                      <a:pt x="6144" y="2055"/>
                    </a:lnTo>
                    <a:cubicBezTo>
                      <a:pt x="6194" y="2025"/>
                      <a:pt x="6251" y="2011"/>
                      <a:pt x="6308" y="2011"/>
                    </a:cubicBezTo>
                    <a:cubicBezTo>
                      <a:pt x="6430" y="2011"/>
                      <a:pt x="6552" y="2074"/>
                      <a:pt x="6616" y="2181"/>
                    </a:cubicBezTo>
                    <a:lnTo>
                      <a:pt x="7309" y="3410"/>
                    </a:lnTo>
                    <a:cubicBezTo>
                      <a:pt x="7467" y="3725"/>
                      <a:pt x="7246" y="3819"/>
                      <a:pt x="6963" y="3977"/>
                    </a:cubicBezTo>
                    <a:lnTo>
                      <a:pt x="6963" y="4386"/>
                    </a:lnTo>
                    <a:cubicBezTo>
                      <a:pt x="7246" y="4544"/>
                      <a:pt x="7467" y="4670"/>
                      <a:pt x="7309" y="4985"/>
                    </a:cubicBezTo>
                    <a:lnTo>
                      <a:pt x="6616" y="6182"/>
                    </a:lnTo>
                    <a:cubicBezTo>
                      <a:pt x="6531" y="6289"/>
                      <a:pt x="6417" y="6366"/>
                      <a:pt x="6303" y="6366"/>
                    </a:cubicBezTo>
                    <a:cubicBezTo>
                      <a:pt x="6249" y="6366"/>
                      <a:pt x="6195" y="6349"/>
                      <a:pt x="6144" y="6308"/>
                    </a:cubicBezTo>
                    <a:lnTo>
                      <a:pt x="5923" y="6182"/>
                    </a:lnTo>
                    <a:cubicBezTo>
                      <a:pt x="5829" y="6277"/>
                      <a:pt x="5703" y="6340"/>
                      <a:pt x="5577" y="6403"/>
                    </a:cubicBezTo>
                    <a:lnTo>
                      <a:pt x="5577" y="6623"/>
                    </a:lnTo>
                    <a:cubicBezTo>
                      <a:pt x="5577" y="6812"/>
                      <a:pt x="5419" y="6970"/>
                      <a:pt x="5230" y="6970"/>
                    </a:cubicBezTo>
                    <a:lnTo>
                      <a:pt x="3812" y="6970"/>
                    </a:lnTo>
                    <a:cubicBezTo>
                      <a:pt x="3623" y="6970"/>
                      <a:pt x="3466" y="6812"/>
                      <a:pt x="3466" y="6623"/>
                    </a:cubicBezTo>
                    <a:lnTo>
                      <a:pt x="3466" y="6403"/>
                    </a:lnTo>
                    <a:cubicBezTo>
                      <a:pt x="3340" y="6340"/>
                      <a:pt x="3214" y="6277"/>
                      <a:pt x="3119" y="6182"/>
                    </a:cubicBezTo>
                    <a:lnTo>
                      <a:pt x="2899" y="6308"/>
                    </a:lnTo>
                    <a:cubicBezTo>
                      <a:pt x="2848" y="6338"/>
                      <a:pt x="2791" y="6352"/>
                      <a:pt x="2734" y="6352"/>
                    </a:cubicBezTo>
                    <a:cubicBezTo>
                      <a:pt x="2613" y="6352"/>
                      <a:pt x="2490" y="6289"/>
                      <a:pt x="2426" y="6182"/>
                    </a:cubicBezTo>
                    <a:lnTo>
                      <a:pt x="1733" y="4985"/>
                    </a:lnTo>
                    <a:cubicBezTo>
                      <a:pt x="1638" y="4827"/>
                      <a:pt x="1670" y="4575"/>
                      <a:pt x="1859" y="4512"/>
                    </a:cubicBezTo>
                    <a:lnTo>
                      <a:pt x="2048" y="4386"/>
                    </a:lnTo>
                    <a:lnTo>
                      <a:pt x="2048" y="3977"/>
                    </a:lnTo>
                    <a:lnTo>
                      <a:pt x="1859" y="3882"/>
                    </a:lnTo>
                    <a:cubicBezTo>
                      <a:pt x="1702" y="3788"/>
                      <a:pt x="1607" y="3536"/>
                      <a:pt x="1733" y="3410"/>
                    </a:cubicBezTo>
                    <a:lnTo>
                      <a:pt x="2426" y="2181"/>
                    </a:lnTo>
                    <a:cubicBezTo>
                      <a:pt x="2490" y="2074"/>
                      <a:pt x="2612" y="1997"/>
                      <a:pt x="2733" y="1997"/>
                    </a:cubicBezTo>
                    <a:cubicBezTo>
                      <a:pt x="2790" y="1997"/>
                      <a:pt x="2848" y="2014"/>
                      <a:pt x="2899" y="2055"/>
                    </a:cubicBezTo>
                    <a:lnTo>
                      <a:pt x="3119" y="2181"/>
                    </a:lnTo>
                    <a:cubicBezTo>
                      <a:pt x="3214" y="2086"/>
                      <a:pt x="3340" y="2023"/>
                      <a:pt x="3466" y="1960"/>
                    </a:cubicBezTo>
                    <a:lnTo>
                      <a:pt x="3466" y="1740"/>
                    </a:lnTo>
                    <a:cubicBezTo>
                      <a:pt x="3466" y="1551"/>
                      <a:pt x="3623" y="1393"/>
                      <a:pt x="3812" y="1393"/>
                    </a:cubicBezTo>
                    <a:close/>
                    <a:moveTo>
                      <a:pt x="4547" y="0"/>
                    </a:moveTo>
                    <a:cubicBezTo>
                      <a:pt x="3499" y="0"/>
                      <a:pt x="2484" y="337"/>
                      <a:pt x="1670" y="984"/>
                    </a:cubicBezTo>
                    <a:cubicBezTo>
                      <a:pt x="630" y="1866"/>
                      <a:pt x="0" y="3158"/>
                      <a:pt x="0" y="4544"/>
                    </a:cubicBezTo>
                    <a:cubicBezTo>
                      <a:pt x="0" y="5804"/>
                      <a:pt x="504" y="6970"/>
                      <a:pt x="1418" y="7852"/>
                    </a:cubicBezTo>
                    <a:lnTo>
                      <a:pt x="1418" y="11632"/>
                    </a:lnTo>
                    <a:cubicBezTo>
                      <a:pt x="1418" y="11821"/>
                      <a:pt x="1575" y="11979"/>
                      <a:pt x="1765" y="11979"/>
                    </a:cubicBezTo>
                    <a:lnTo>
                      <a:pt x="5986" y="11979"/>
                    </a:lnTo>
                    <a:cubicBezTo>
                      <a:pt x="6175" y="11979"/>
                      <a:pt x="6333" y="11821"/>
                      <a:pt x="6333" y="11632"/>
                    </a:cubicBezTo>
                    <a:lnTo>
                      <a:pt x="6333" y="10530"/>
                    </a:lnTo>
                    <a:lnTo>
                      <a:pt x="8097" y="10530"/>
                    </a:lnTo>
                    <a:cubicBezTo>
                      <a:pt x="8286" y="10530"/>
                      <a:pt x="8444" y="10372"/>
                      <a:pt x="8444" y="10183"/>
                    </a:cubicBezTo>
                    <a:lnTo>
                      <a:pt x="8444" y="8387"/>
                    </a:lnTo>
                    <a:lnTo>
                      <a:pt x="9042" y="8387"/>
                    </a:lnTo>
                    <a:cubicBezTo>
                      <a:pt x="9389" y="8387"/>
                      <a:pt x="9767" y="8198"/>
                      <a:pt x="9956" y="7883"/>
                    </a:cubicBezTo>
                    <a:cubicBezTo>
                      <a:pt x="10082" y="7568"/>
                      <a:pt x="10082" y="7190"/>
                      <a:pt x="9924" y="6875"/>
                    </a:cubicBezTo>
                    <a:lnTo>
                      <a:pt x="9042" y="5237"/>
                    </a:lnTo>
                    <a:cubicBezTo>
                      <a:pt x="9137" y="4701"/>
                      <a:pt x="9137" y="4134"/>
                      <a:pt x="9011" y="3599"/>
                    </a:cubicBezTo>
                    <a:cubicBezTo>
                      <a:pt x="8664" y="1866"/>
                      <a:pt x="7246" y="480"/>
                      <a:pt x="5545" y="102"/>
                    </a:cubicBezTo>
                    <a:cubicBezTo>
                      <a:pt x="5213" y="34"/>
                      <a:pt x="4878" y="0"/>
                      <a:pt x="45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335;p31">
                <a:extLst>
                  <a:ext uri="{FF2B5EF4-FFF2-40B4-BE49-F238E27FC236}">
                    <a16:creationId xmlns:a16="http://schemas.microsoft.com/office/drawing/2014/main" id="{F39EC608-6C30-C7C2-7869-1D6DD9B427E6}"/>
                  </a:ext>
                </a:extLst>
              </p:cNvPr>
              <p:cNvSpPr/>
              <p:nvPr/>
            </p:nvSpPr>
            <p:spPr>
              <a:xfrm>
                <a:off x="-48170050" y="3622650"/>
                <a:ext cx="100050" cy="103225"/>
              </a:xfrm>
              <a:custGeom>
                <a:avLst/>
                <a:gdLst/>
                <a:ahLst/>
                <a:cxnLst/>
                <a:rect l="l" t="t" r="r" b="b"/>
                <a:pathLst>
                  <a:path w="4002" h="4129" extrusionOk="0">
                    <a:moveTo>
                      <a:pt x="1985" y="1009"/>
                    </a:moveTo>
                    <a:cubicBezTo>
                      <a:pt x="2584" y="1009"/>
                      <a:pt x="3057" y="1482"/>
                      <a:pt x="3057" y="2080"/>
                    </a:cubicBezTo>
                    <a:cubicBezTo>
                      <a:pt x="3057" y="2647"/>
                      <a:pt x="2584" y="3120"/>
                      <a:pt x="1985" y="3120"/>
                    </a:cubicBezTo>
                    <a:cubicBezTo>
                      <a:pt x="1418" y="3120"/>
                      <a:pt x="946" y="2647"/>
                      <a:pt x="946" y="2080"/>
                    </a:cubicBezTo>
                    <a:cubicBezTo>
                      <a:pt x="946" y="1482"/>
                      <a:pt x="1418" y="1009"/>
                      <a:pt x="1985" y="1009"/>
                    </a:cubicBezTo>
                    <a:close/>
                    <a:moveTo>
                      <a:pt x="1639" y="1"/>
                    </a:moveTo>
                    <a:lnTo>
                      <a:pt x="1639" y="127"/>
                    </a:lnTo>
                    <a:cubicBezTo>
                      <a:pt x="1639" y="284"/>
                      <a:pt x="1576" y="410"/>
                      <a:pt x="1418" y="442"/>
                    </a:cubicBezTo>
                    <a:cubicBezTo>
                      <a:pt x="1198" y="537"/>
                      <a:pt x="1009" y="631"/>
                      <a:pt x="851" y="757"/>
                    </a:cubicBezTo>
                    <a:cubicBezTo>
                      <a:pt x="770" y="818"/>
                      <a:pt x="689" y="853"/>
                      <a:pt x="607" y="853"/>
                    </a:cubicBezTo>
                    <a:cubicBezTo>
                      <a:pt x="562" y="853"/>
                      <a:pt x="518" y="842"/>
                      <a:pt x="473" y="820"/>
                    </a:cubicBezTo>
                    <a:lnTo>
                      <a:pt x="347" y="726"/>
                    </a:lnTo>
                    <a:lnTo>
                      <a:pt x="1" y="1324"/>
                    </a:lnTo>
                    <a:lnTo>
                      <a:pt x="127" y="1387"/>
                    </a:lnTo>
                    <a:cubicBezTo>
                      <a:pt x="221" y="1482"/>
                      <a:pt x="316" y="1639"/>
                      <a:pt x="253" y="1765"/>
                    </a:cubicBezTo>
                    <a:cubicBezTo>
                      <a:pt x="221" y="1986"/>
                      <a:pt x="221" y="2143"/>
                      <a:pt x="253" y="2395"/>
                    </a:cubicBezTo>
                    <a:cubicBezTo>
                      <a:pt x="316" y="2553"/>
                      <a:pt x="221" y="2647"/>
                      <a:pt x="127" y="2742"/>
                    </a:cubicBezTo>
                    <a:lnTo>
                      <a:pt x="1" y="2805"/>
                    </a:lnTo>
                    <a:lnTo>
                      <a:pt x="347" y="3403"/>
                    </a:lnTo>
                    <a:lnTo>
                      <a:pt x="473" y="3340"/>
                    </a:lnTo>
                    <a:cubicBezTo>
                      <a:pt x="532" y="3297"/>
                      <a:pt x="590" y="3273"/>
                      <a:pt x="649" y="3273"/>
                    </a:cubicBezTo>
                    <a:cubicBezTo>
                      <a:pt x="716" y="3273"/>
                      <a:pt x="784" y="3304"/>
                      <a:pt x="851" y="3372"/>
                    </a:cubicBezTo>
                    <a:cubicBezTo>
                      <a:pt x="1009" y="3529"/>
                      <a:pt x="1198" y="3592"/>
                      <a:pt x="1418" y="3687"/>
                    </a:cubicBezTo>
                    <a:cubicBezTo>
                      <a:pt x="1576" y="3718"/>
                      <a:pt x="1639" y="3876"/>
                      <a:pt x="1639" y="4002"/>
                    </a:cubicBezTo>
                    <a:lnTo>
                      <a:pt x="1639" y="4128"/>
                    </a:lnTo>
                    <a:lnTo>
                      <a:pt x="2364" y="4128"/>
                    </a:lnTo>
                    <a:lnTo>
                      <a:pt x="2364" y="4002"/>
                    </a:lnTo>
                    <a:cubicBezTo>
                      <a:pt x="2364" y="3845"/>
                      <a:pt x="2427" y="3718"/>
                      <a:pt x="2584" y="3687"/>
                    </a:cubicBezTo>
                    <a:cubicBezTo>
                      <a:pt x="2805" y="3592"/>
                      <a:pt x="2994" y="3498"/>
                      <a:pt x="3151" y="3372"/>
                    </a:cubicBezTo>
                    <a:cubicBezTo>
                      <a:pt x="3224" y="3317"/>
                      <a:pt x="3298" y="3283"/>
                      <a:pt x="3371" y="3283"/>
                    </a:cubicBezTo>
                    <a:cubicBezTo>
                      <a:pt x="3424" y="3283"/>
                      <a:pt x="3476" y="3301"/>
                      <a:pt x="3529" y="3340"/>
                    </a:cubicBezTo>
                    <a:lnTo>
                      <a:pt x="3655" y="3403"/>
                    </a:lnTo>
                    <a:lnTo>
                      <a:pt x="4002" y="2805"/>
                    </a:lnTo>
                    <a:lnTo>
                      <a:pt x="3876" y="2742"/>
                    </a:lnTo>
                    <a:cubicBezTo>
                      <a:pt x="3781" y="2647"/>
                      <a:pt x="3687" y="2490"/>
                      <a:pt x="3750" y="2395"/>
                    </a:cubicBezTo>
                    <a:cubicBezTo>
                      <a:pt x="3781" y="2143"/>
                      <a:pt x="3781" y="1986"/>
                      <a:pt x="3750" y="1765"/>
                    </a:cubicBezTo>
                    <a:cubicBezTo>
                      <a:pt x="3687" y="1608"/>
                      <a:pt x="3781" y="1482"/>
                      <a:pt x="3876" y="1387"/>
                    </a:cubicBezTo>
                    <a:lnTo>
                      <a:pt x="4002" y="1324"/>
                    </a:lnTo>
                    <a:lnTo>
                      <a:pt x="3655" y="726"/>
                    </a:lnTo>
                    <a:lnTo>
                      <a:pt x="3529" y="820"/>
                    </a:lnTo>
                    <a:cubicBezTo>
                      <a:pt x="3477" y="846"/>
                      <a:pt x="3425" y="861"/>
                      <a:pt x="3373" y="861"/>
                    </a:cubicBezTo>
                    <a:cubicBezTo>
                      <a:pt x="3299" y="861"/>
                      <a:pt x="3225" y="831"/>
                      <a:pt x="3151" y="757"/>
                    </a:cubicBezTo>
                    <a:cubicBezTo>
                      <a:pt x="2994" y="600"/>
                      <a:pt x="2805" y="537"/>
                      <a:pt x="2584" y="442"/>
                    </a:cubicBezTo>
                    <a:cubicBezTo>
                      <a:pt x="2427" y="410"/>
                      <a:pt x="2364" y="253"/>
                      <a:pt x="2364" y="127"/>
                    </a:cubicBezTo>
                    <a:lnTo>
                      <a:pt x="2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36;p31">
                <a:extLst>
                  <a:ext uri="{FF2B5EF4-FFF2-40B4-BE49-F238E27FC236}">
                    <a16:creationId xmlns:a16="http://schemas.microsoft.com/office/drawing/2014/main" id="{7BA55939-AFAB-B629-88B7-DD46542FB17A}"/>
                  </a:ext>
                </a:extLst>
              </p:cNvPr>
              <p:cNvSpPr/>
              <p:nvPr/>
            </p:nvSpPr>
            <p:spPr>
              <a:xfrm>
                <a:off x="-48129100" y="3665200"/>
                <a:ext cx="181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68" y="725"/>
                      <a:pt x="726" y="567"/>
                      <a:pt x="726" y="378"/>
                    </a:cubicBezTo>
                    <a:cubicBezTo>
                      <a:pt x="726" y="158"/>
                      <a:pt x="568" y="0"/>
                      <a:pt x="3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99746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9908-2E4C-D501-A00D-F9098EA63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21" y="223817"/>
            <a:ext cx="7713900" cy="664200"/>
          </a:xfrm>
        </p:spPr>
        <p:txBody>
          <a:bodyPr/>
          <a:lstStyle/>
          <a:p>
            <a:r>
              <a:rPr lang="en-US" sz="4000" dirty="0">
                <a:solidFill>
                  <a:schemeClr val="accent2">
                    <a:lumMod val="75000"/>
                  </a:schemeClr>
                </a:solidFill>
              </a:rPr>
              <a:t>Conclusion :</a:t>
            </a:r>
            <a:endParaRPr lang="en-IN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A3E136-1C35-DB06-45A5-C98E2B5731F4}"/>
              </a:ext>
            </a:extLst>
          </p:cNvPr>
          <p:cNvSpPr txBox="1"/>
          <p:nvPr/>
        </p:nvSpPr>
        <p:spPr>
          <a:xfrm>
            <a:off x="434467" y="1044802"/>
            <a:ext cx="7817008" cy="3765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This project successfully demonstrates a hybrid AI system that bridges the gap between </a:t>
            </a:r>
          </a:p>
          <a:p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complex public policy and everyday users.</a:t>
            </a:r>
          </a:p>
          <a:p>
            <a:endParaRPr lang="en-US" sz="1300" dirty="0">
              <a:solidFill>
                <a:schemeClr val="accent1">
                  <a:lumMod val="25000"/>
                </a:schemeClr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r>
              <a:rPr lang="en-US" sz="1300" b="1" dirty="0">
                <a:solidFill>
                  <a:schemeClr val="accent2">
                    <a:lumMod val="50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Fast &amp; Accurate Retrieval: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</a:t>
            </a:r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The core system uses </a:t>
            </a:r>
            <a:r>
              <a:rPr lang="en-US" sz="1300" b="1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NLP (TF-IDF)</a:t>
            </a:r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and a </a:t>
            </a:r>
            <a:r>
              <a:rPr lang="en-US" sz="1300" b="1" dirty="0" err="1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FastAPI</a:t>
            </a:r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backend to 	accurately match and retrieve relevant policies with speed and scalability.</a:t>
            </a:r>
          </a:p>
          <a:p>
            <a:endParaRPr lang="en-US" sz="1300" dirty="0">
              <a:solidFill>
                <a:schemeClr val="accent2">
                  <a:lumMod val="50000"/>
                </a:schemeClr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r>
              <a:rPr lang="en-US" sz="1300" b="1" dirty="0">
                <a:solidFill>
                  <a:schemeClr val="accent2">
                    <a:lumMod val="50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Enhanced Semantic Understanding: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</a:t>
            </a:r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A novel </a:t>
            </a:r>
            <a:r>
              <a:rPr lang="en-US" sz="1300" b="1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Quantum-inspired NLP (QNLP)</a:t>
            </a:r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module is integrated 	to improve retrieval accuracy, especially for ambiguous or nuanced user queries.</a:t>
            </a:r>
          </a:p>
          <a:p>
            <a:endParaRPr lang="en-US" sz="1300" dirty="0">
              <a:solidFill>
                <a:schemeClr val="accent2">
                  <a:lumMod val="50000"/>
                </a:schemeClr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r>
              <a:rPr lang="en-US" sz="1300" b="1" dirty="0">
                <a:solidFill>
                  <a:schemeClr val="accent2">
                    <a:lumMod val="50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Dynamic, Local-First Interaction: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</a:t>
            </a:r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The integration of </a:t>
            </a:r>
            <a:r>
              <a:rPr lang="en-US" sz="1300" b="1" dirty="0" err="1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LangChain</a:t>
            </a:r>
            <a:r>
              <a:rPr lang="en-US" sz="1300" b="1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Chat</a:t>
            </a:r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(via LM Studio) provides a 	secure, locally-hosted, and conversational interface, allowing users to </a:t>
            </a:r>
            <a:r>
              <a:rPr lang="en-US" sz="1300" i="1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talk</a:t>
            </a:r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to their 	data and get real-time insights.</a:t>
            </a:r>
          </a:p>
          <a:p>
            <a:endParaRPr lang="en-US" sz="1300" dirty="0">
              <a:solidFill>
                <a:schemeClr val="accent1">
                  <a:lumMod val="25000"/>
                </a:schemeClr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endParaRPr lang="en-US" sz="1300" dirty="0">
              <a:solidFill>
                <a:schemeClr val="accent1">
                  <a:lumMod val="25000"/>
                </a:schemeClr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In short, this work proves that by blending classical NLP, quantum computing, </a:t>
            </a:r>
          </a:p>
          <a:p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and modern LLMs, we can build powerful, accessible, and intelligent tools to navigate </a:t>
            </a:r>
          </a:p>
          <a:p>
            <a:r>
              <a:rPr lang="en-US" sz="1300" dirty="0">
                <a:solidFill>
                  <a:schemeClr val="accent1">
                    <a:lumMod val="2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the world of public policy.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300" dirty="0">
              <a:solidFill>
                <a:schemeClr val="accent1">
                  <a:lumMod val="25000"/>
                </a:schemeClr>
              </a:solidFill>
              <a:latin typeface="Varela Round" panose="00000500000000000000" pitchFamily="2" charset="-79"/>
              <a:ea typeface="Varela Round"/>
              <a:cs typeface="Varela Round" panose="00000500000000000000" pitchFamily="2" charset="-79"/>
              <a:sym typeface="Varela Round"/>
            </a:endParaRPr>
          </a:p>
        </p:txBody>
      </p:sp>
      <p:sp>
        <p:nvSpPr>
          <p:cNvPr id="4" name="Google Shape;270;p28">
            <a:extLst>
              <a:ext uri="{FF2B5EF4-FFF2-40B4-BE49-F238E27FC236}">
                <a16:creationId xmlns:a16="http://schemas.microsoft.com/office/drawing/2014/main" id="{904AF857-7966-C849-68FE-F76FFFE0AB16}"/>
              </a:ext>
            </a:extLst>
          </p:cNvPr>
          <p:cNvSpPr/>
          <p:nvPr/>
        </p:nvSpPr>
        <p:spPr>
          <a:xfrm>
            <a:off x="7973675" y="1044802"/>
            <a:ext cx="555600" cy="5556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271;p28">
            <a:extLst>
              <a:ext uri="{FF2B5EF4-FFF2-40B4-BE49-F238E27FC236}">
                <a16:creationId xmlns:a16="http://schemas.microsoft.com/office/drawing/2014/main" id="{3DFAA524-8ED6-CEF7-27C2-C74780753581}"/>
              </a:ext>
            </a:extLst>
          </p:cNvPr>
          <p:cNvGrpSpPr/>
          <p:nvPr/>
        </p:nvGrpSpPr>
        <p:grpSpPr>
          <a:xfrm>
            <a:off x="8202365" y="1169503"/>
            <a:ext cx="835737" cy="835737"/>
            <a:chOff x="7774163" y="804325"/>
            <a:chExt cx="587100" cy="587100"/>
          </a:xfrm>
        </p:grpSpPr>
        <p:sp>
          <p:nvSpPr>
            <p:cNvPr id="6" name="Google Shape;272;p28">
              <a:extLst>
                <a:ext uri="{FF2B5EF4-FFF2-40B4-BE49-F238E27FC236}">
                  <a16:creationId xmlns:a16="http://schemas.microsoft.com/office/drawing/2014/main" id="{29230F01-99E2-3ACA-0E0D-178D7C98CDDA}"/>
                </a:ext>
              </a:extLst>
            </p:cNvPr>
            <p:cNvSpPr/>
            <p:nvPr/>
          </p:nvSpPr>
          <p:spPr>
            <a:xfrm>
              <a:off x="7774163" y="8043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73;p28">
              <a:extLst>
                <a:ext uri="{FF2B5EF4-FFF2-40B4-BE49-F238E27FC236}">
                  <a16:creationId xmlns:a16="http://schemas.microsoft.com/office/drawing/2014/main" id="{19D6547F-941A-E753-D138-0195797668FC}"/>
                </a:ext>
              </a:extLst>
            </p:cNvPr>
            <p:cNvSpPr/>
            <p:nvPr/>
          </p:nvSpPr>
          <p:spPr>
            <a:xfrm>
              <a:off x="7845113" y="8752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274;p28">
              <a:extLst>
                <a:ext uri="{FF2B5EF4-FFF2-40B4-BE49-F238E27FC236}">
                  <a16:creationId xmlns:a16="http://schemas.microsoft.com/office/drawing/2014/main" id="{11D28EB0-1EC4-6A35-1ADB-A7D185D601CF}"/>
                </a:ext>
              </a:extLst>
            </p:cNvPr>
            <p:cNvGrpSpPr/>
            <p:nvPr/>
          </p:nvGrpSpPr>
          <p:grpSpPr>
            <a:xfrm>
              <a:off x="7941423" y="971571"/>
              <a:ext cx="252594" cy="252615"/>
              <a:chOff x="-44924250" y="3206000"/>
              <a:chExt cx="300100" cy="300125"/>
            </a:xfrm>
          </p:grpSpPr>
          <p:sp>
            <p:nvSpPr>
              <p:cNvPr id="9" name="Google Shape;275;p28">
                <a:extLst>
                  <a:ext uri="{FF2B5EF4-FFF2-40B4-BE49-F238E27FC236}">
                    <a16:creationId xmlns:a16="http://schemas.microsoft.com/office/drawing/2014/main" id="{38514B12-CA72-233C-8323-7E02F3FDCF44}"/>
                  </a:ext>
                </a:extLst>
              </p:cNvPr>
              <p:cNvSpPr/>
              <p:nvPr/>
            </p:nvSpPr>
            <p:spPr>
              <a:xfrm>
                <a:off x="-44747025" y="3365100"/>
                <a:ext cx="122875" cy="87450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4915" y="3498"/>
                    </a:lnTo>
                    <a:lnTo>
                      <a:pt x="49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76;p28">
                <a:extLst>
                  <a:ext uri="{FF2B5EF4-FFF2-40B4-BE49-F238E27FC236}">
                    <a16:creationId xmlns:a16="http://schemas.microsoft.com/office/drawing/2014/main" id="{71FC8D94-7DB4-18D1-D867-EE8F673DD7DF}"/>
                  </a:ext>
                </a:extLst>
              </p:cNvPr>
              <p:cNvSpPr/>
              <p:nvPr/>
            </p:nvSpPr>
            <p:spPr>
              <a:xfrm>
                <a:off x="-44747025" y="3470650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0" y="0"/>
                    </a:moveTo>
                    <a:lnTo>
                      <a:pt x="0" y="347"/>
                    </a:lnTo>
                    <a:cubicBezTo>
                      <a:pt x="0" y="946"/>
                      <a:pt x="473" y="1418"/>
                      <a:pt x="1071" y="1418"/>
                    </a:cubicBezTo>
                    <a:lnTo>
                      <a:pt x="3875" y="1418"/>
                    </a:lnTo>
                    <a:cubicBezTo>
                      <a:pt x="4442" y="1418"/>
                      <a:pt x="4915" y="946"/>
                      <a:pt x="4915" y="347"/>
                    </a:cubicBezTo>
                    <a:lnTo>
                      <a:pt x="491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77;p28">
                <a:extLst>
                  <a:ext uri="{FF2B5EF4-FFF2-40B4-BE49-F238E27FC236}">
                    <a16:creationId xmlns:a16="http://schemas.microsoft.com/office/drawing/2014/main" id="{5F2C3633-8883-88E8-88D1-EF8E3C36F0C2}"/>
                  </a:ext>
                </a:extLst>
              </p:cNvPr>
              <p:cNvSpPr/>
              <p:nvPr/>
            </p:nvSpPr>
            <p:spPr>
              <a:xfrm>
                <a:off x="-44747025" y="3313125"/>
                <a:ext cx="1228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915" h="1419" extrusionOk="0">
                    <a:moveTo>
                      <a:pt x="1071" y="1"/>
                    </a:moveTo>
                    <a:cubicBezTo>
                      <a:pt x="473" y="1"/>
                      <a:pt x="0" y="473"/>
                      <a:pt x="0" y="1072"/>
                    </a:cubicBezTo>
                    <a:lnTo>
                      <a:pt x="0" y="1418"/>
                    </a:lnTo>
                    <a:lnTo>
                      <a:pt x="4915" y="1418"/>
                    </a:lnTo>
                    <a:lnTo>
                      <a:pt x="4915" y="1072"/>
                    </a:lnTo>
                    <a:cubicBezTo>
                      <a:pt x="4915" y="473"/>
                      <a:pt x="4442" y="1"/>
                      <a:pt x="3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78;p28">
                <a:extLst>
                  <a:ext uri="{FF2B5EF4-FFF2-40B4-BE49-F238E27FC236}">
                    <a16:creationId xmlns:a16="http://schemas.microsoft.com/office/drawing/2014/main" id="{9938694A-FEBF-62B1-F780-9EA5BA747151}"/>
                  </a:ext>
                </a:extLst>
              </p:cNvPr>
              <p:cNvSpPr/>
              <p:nvPr/>
            </p:nvSpPr>
            <p:spPr>
              <a:xfrm>
                <a:off x="-44924250" y="3384000"/>
                <a:ext cx="159125" cy="69350"/>
              </a:xfrm>
              <a:custGeom>
                <a:avLst/>
                <a:gdLst/>
                <a:ahLst/>
                <a:cxnLst/>
                <a:rect l="l" t="t" r="r" b="b"/>
                <a:pathLst>
                  <a:path w="6365" h="2774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32" y="316"/>
                    </a:lnTo>
                    <a:cubicBezTo>
                      <a:pt x="32" y="915"/>
                      <a:pt x="505" y="1387"/>
                      <a:pt x="1103" y="1387"/>
                    </a:cubicBezTo>
                    <a:lnTo>
                      <a:pt x="4254" y="1387"/>
                    </a:lnTo>
                    <a:lnTo>
                      <a:pt x="4254" y="2080"/>
                    </a:lnTo>
                    <a:lnTo>
                      <a:pt x="3183" y="2080"/>
                    </a:lnTo>
                    <a:cubicBezTo>
                      <a:pt x="2994" y="2080"/>
                      <a:pt x="2836" y="2238"/>
                      <a:pt x="2836" y="2427"/>
                    </a:cubicBezTo>
                    <a:cubicBezTo>
                      <a:pt x="2836" y="2647"/>
                      <a:pt x="2994" y="2773"/>
                      <a:pt x="3183" y="2773"/>
                    </a:cubicBezTo>
                    <a:lnTo>
                      <a:pt x="6365" y="2773"/>
                    </a:lnTo>
                    <a:lnTo>
                      <a:pt x="63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79;p28">
                <a:extLst>
                  <a:ext uri="{FF2B5EF4-FFF2-40B4-BE49-F238E27FC236}">
                    <a16:creationId xmlns:a16="http://schemas.microsoft.com/office/drawing/2014/main" id="{96D8E9F7-3C4F-2978-EF3B-5191AC8E2F77}"/>
                  </a:ext>
                </a:extLst>
              </p:cNvPr>
              <p:cNvSpPr/>
              <p:nvPr/>
            </p:nvSpPr>
            <p:spPr>
              <a:xfrm>
                <a:off x="-44924250" y="3206000"/>
                <a:ext cx="2646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10587" h="6365" extrusionOk="0">
                    <a:moveTo>
                      <a:pt x="1072" y="1"/>
                    </a:moveTo>
                    <a:cubicBezTo>
                      <a:pt x="473" y="1"/>
                      <a:pt x="1" y="473"/>
                      <a:pt x="1" y="1041"/>
                    </a:cubicBezTo>
                    <a:lnTo>
                      <a:pt x="1" y="6365"/>
                    </a:lnTo>
                    <a:lnTo>
                      <a:pt x="6365" y="6365"/>
                    </a:lnTo>
                    <a:lnTo>
                      <a:pt x="6365" y="5357"/>
                    </a:lnTo>
                    <a:cubicBezTo>
                      <a:pt x="6365" y="4349"/>
                      <a:pt x="7152" y="3561"/>
                      <a:pt x="8160" y="3561"/>
                    </a:cubicBezTo>
                    <a:lnTo>
                      <a:pt x="10586" y="3561"/>
                    </a:lnTo>
                    <a:lnTo>
                      <a:pt x="10586" y="1041"/>
                    </a:lnTo>
                    <a:cubicBezTo>
                      <a:pt x="10586" y="473"/>
                      <a:pt x="10114" y="1"/>
                      <a:pt x="951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Google Shape;280;p28">
            <a:extLst>
              <a:ext uri="{FF2B5EF4-FFF2-40B4-BE49-F238E27FC236}">
                <a16:creationId xmlns:a16="http://schemas.microsoft.com/office/drawing/2014/main" id="{5914EC64-1A0B-34BE-D74B-4B12A95AB94A}"/>
              </a:ext>
            </a:extLst>
          </p:cNvPr>
          <p:cNvSpPr/>
          <p:nvPr/>
        </p:nvSpPr>
        <p:spPr>
          <a:xfrm>
            <a:off x="7827675" y="343165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81;p28">
            <a:extLst>
              <a:ext uri="{FF2B5EF4-FFF2-40B4-BE49-F238E27FC236}">
                <a16:creationId xmlns:a16="http://schemas.microsoft.com/office/drawing/2014/main" id="{CA265E44-8FF7-AD7D-F086-5EBE44E2EA9D}"/>
              </a:ext>
            </a:extLst>
          </p:cNvPr>
          <p:cNvSpPr/>
          <p:nvPr/>
        </p:nvSpPr>
        <p:spPr>
          <a:xfrm>
            <a:off x="8014575" y="510402"/>
            <a:ext cx="151500" cy="151500"/>
          </a:xfrm>
          <a:prstGeom prst="ellipse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282;p28">
            <a:extLst>
              <a:ext uri="{FF2B5EF4-FFF2-40B4-BE49-F238E27FC236}">
                <a16:creationId xmlns:a16="http://schemas.microsoft.com/office/drawing/2014/main" id="{14F3F64F-801E-9DDC-4C81-7410956318D8}"/>
              </a:ext>
            </a:extLst>
          </p:cNvPr>
          <p:cNvGrpSpPr/>
          <p:nvPr/>
        </p:nvGrpSpPr>
        <p:grpSpPr>
          <a:xfrm>
            <a:off x="8483289" y="164527"/>
            <a:ext cx="554809" cy="554809"/>
            <a:chOff x="5724800" y="2169125"/>
            <a:chExt cx="587100" cy="587100"/>
          </a:xfrm>
        </p:grpSpPr>
        <p:sp>
          <p:nvSpPr>
            <p:cNvPr id="17" name="Google Shape;283;p28">
              <a:extLst>
                <a:ext uri="{FF2B5EF4-FFF2-40B4-BE49-F238E27FC236}">
                  <a16:creationId xmlns:a16="http://schemas.microsoft.com/office/drawing/2014/main" id="{624728D1-BC8F-3CA1-F4FC-98D708A0B202}"/>
                </a:ext>
              </a:extLst>
            </p:cNvPr>
            <p:cNvSpPr/>
            <p:nvPr/>
          </p:nvSpPr>
          <p:spPr>
            <a:xfrm>
              <a:off x="5724800" y="2169125"/>
              <a:ext cx="587100" cy="587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4;p28">
              <a:extLst>
                <a:ext uri="{FF2B5EF4-FFF2-40B4-BE49-F238E27FC236}">
                  <a16:creationId xmlns:a16="http://schemas.microsoft.com/office/drawing/2014/main" id="{A75EDDA0-D381-3C35-88C5-7F2E7A0E0DF0}"/>
                </a:ext>
              </a:extLst>
            </p:cNvPr>
            <p:cNvSpPr/>
            <p:nvPr/>
          </p:nvSpPr>
          <p:spPr>
            <a:xfrm>
              <a:off x="5795750" y="2240075"/>
              <a:ext cx="445200" cy="4452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5;p28">
              <a:extLst>
                <a:ext uri="{FF2B5EF4-FFF2-40B4-BE49-F238E27FC236}">
                  <a16:creationId xmlns:a16="http://schemas.microsoft.com/office/drawing/2014/main" id="{A869C039-EACE-1024-F826-479D3791FF68}"/>
                </a:ext>
              </a:extLst>
            </p:cNvPr>
            <p:cNvSpPr/>
            <p:nvPr/>
          </p:nvSpPr>
          <p:spPr>
            <a:xfrm>
              <a:off x="5889083" y="2332610"/>
              <a:ext cx="258497" cy="260131"/>
            </a:xfrm>
            <a:custGeom>
              <a:avLst/>
              <a:gdLst/>
              <a:ahLst/>
              <a:cxnLst/>
              <a:rect l="l" t="t" r="r" b="b"/>
              <a:pathLst>
                <a:path w="42238" h="42505" extrusionOk="0">
                  <a:moveTo>
                    <a:pt x="21119" y="10637"/>
                  </a:moveTo>
                  <a:cubicBezTo>
                    <a:pt x="26971" y="10637"/>
                    <a:pt x="31734" y="15400"/>
                    <a:pt x="31734" y="21253"/>
                  </a:cubicBezTo>
                  <a:cubicBezTo>
                    <a:pt x="31734" y="27107"/>
                    <a:pt x="26971" y="31868"/>
                    <a:pt x="21119" y="31868"/>
                  </a:cubicBezTo>
                  <a:cubicBezTo>
                    <a:pt x="15264" y="31868"/>
                    <a:pt x="10503" y="27107"/>
                    <a:pt x="10503" y="21253"/>
                  </a:cubicBezTo>
                  <a:cubicBezTo>
                    <a:pt x="10503" y="15400"/>
                    <a:pt x="15264" y="10637"/>
                    <a:pt x="21119" y="10637"/>
                  </a:cubicBezTo>
                  <a:close/>
                  <a:moveTo>
                    <a:pt x="21732" y="0"/>
                  </a:moveTo>
                  <a:cubicBezTo>
                    <a:pt x="21732" y="0"/>
                    <a:pt x="21222" y="1034"/>
                    <a:pt x="20821" y="2142"/>
                  </a:cubicBezTo>
                  <a:cubicBezTo>
                    <a:pt x="20639" y="2622"/>
                    <a:pt x="20479" y="3095"/>
                    <a:pt x="20357" y="3480"/>
                  </a:cubicBezTo>
                  <a:cubicBezTo>
                    <a:pt x="20346" y="3483"/>
                    <a:pt x="20329" y="3483"/>
                    <a:pt x="20318" y="3483"/>
                  </a:cubicBezTo>
                  <a:cubicBezTo>
                    <a:pt x="19842" y="3513"/>
                    <a:pt x="19443" y="3513"/>
                    <a:pt x="19171" y="3570"/>
                  </a:cubicBezTo>
                  <a:cubicBezTo>
                    <a:pt x="18896" y="3612"/>
                    <a:pt x="18739" y="3635"/>
                    <a:pt x="18739" y="3635"/>
                  </a:cubicBezTo>
                  <a:cubicBezTo>
                    <a:pt x="18739" y="3635"/>
                    <a:pt x="18582" y="3660"/>
                    <a:pt x="18305" y="3702"/>
                  </a:cubicBezTo>
                  <a:cubicBezTo>
                    <a:pt x="18031" y="3743"/>
                    <a:pt x="17636" y="3792"/>
                    <a:pt x="17177" y="3926"/>
                  </a:cubicBezTo>
                  <a:cubicBezTo>
                    <a:pt x="17165" y="3928"/>
                    <a:pt x="17152" y="3933"/>
                    <a:pt x="17140" y="3935"/>
                  </a:cubicBezTo>
                  <a:cubicBezTo>
                    <a:pt x="16914" y="3603"/>
                    <a:pt x="16630" y="3196"/>
                    <a:pt x="16321" y="2790"/>
                  </a:cubicBezTo>
                  <a:cubicBezTo>
                    <a:pt x="15972" y="2326"/>
                    <a:pt x="15605" y="1869"/>
                    <a:pt x="15319" y="1530"/>
                  </a:cubicBezTo>
                  <a:cubicBezTo>
                    <a:pt x="15031" y="1186"/>
                    <a:pt x="14837" y="976"/>
                    <a:pt x="14837" y="976"/>
                  </a:cubicBezTo>
                  <a:cubicBezTo>
                    <a:pt x="14837" y="976"/>
                    <a:pt x="14532" y="1087"/>
                    <a:pt x="14078" y="1251"/>
                  </a:cubicBezTo>
                  <a:cubicBezTo>
                    <a:pt x="13628" y="1422"/>
                    <a:pt x="13009" y="1616"/>
                    <a:pt x="12437" y="1916"/>
                  </a:cubicBezTo>
                  <a:cubicBezTo>
                    <a:pt x="11862" y="2202"/>
                    <a:pt x="11267" y="2453"/>
                    <a:pt x="10858" y="2712"/>
                  </a:cubicBezTo>
                  <a:cubicBezTo>
                    <a:pt x="10445" y="2961"/>
                    <a:pt x="10168" y="3127"/>
                    <a:pt x="10168" y="3127"/>
                  </a:cubicBezTo>
                  <a:cubicBezTo>
                    <a:pt x="10168" y="3127"/>
                    <a:pt x="10311" y="4293"/>
                    <a:pt x="10549" y="5407"/>
                  </a:cubicBezTo>
                  <a:cubicBezTo>
                    <a:pt x="10657" y="5910"/>
                    <a:pt x="10782" y="6397"/>
                    <a:pt x="10891" y="6792"/>
                  </a:cubicBezTo>
                  <a:cubicBezTo>
                    <a:pt x="10881" y="6799"/>
                    <a:pt x="10870" y="6806"/>
                    <a:pt x="10861" y="6815"/>
                  </a:cubicBezTo>
                  <a:cubicBezTo>
                    <a:pt x="10477" y="7099"/>
                    <a:pt x="10159" y="7339"/>
                    <a:pt x="9937" y="7505"/>
                  </a:cubicBezTo>
                  <a:cubicBezTo>
                    <a:pt x="9732" y="7692"/>
                    <a:pt x="9612" y="7798"/>
                    <a:pt x="9612" y="7798"/>
                  </a:cubicBezTo>
                  <a:cubicBezTo>
                    <a:pt x="9612" y="7798"/>
                    <a:pt x="9494" y="7904"/>
                    <a:pt x="9289" y="8091"/>
                  </a:cubicBezTo>
                  <a:cubicBezTo>
                    <a:pt x="9093" y="8287"/>
                    <a:pt x="8770" y="8525"/>
                    <a:pt x="8458" y="8890"/>
                  </a:cubicBezTo>
                  <a:cubicBezTo>
                    <a:pt x="8451" y="8899"/>
                    <a:pt x="8440" y="8908"/>
                    <a:pt x="8433" y="8917"/>
                  </a:cubicBezTo>
                  <a:cubicBezTo>
                    <a:pt x="8063" y="8760"/>
                    <a:pt x="7604" y="8574"/>
                    <a:pt x="7127" y="8398"/>
                  </a:cubicBezTo>
                  <a:cubicBezTo>
                    <a:pt x="6046" y="7997"/>
                    <a:pt x="4897" y="7676"/>
                    <a:pt x="4897" y="7676"/>
                  </a:cubicBezTo>
                  <a:cubicBezTo>
                    <a:pt x="4897" y="7676"/>
                    <a:pt x="4844" y="7733"/>
                    <a:pt x="4761" y="7849"/>
                  </a:cubicBezTo>
                  <a:cubicBezTo>
                    <a:pt x="4676" y="7960"/>
                    <a:pt x="4556" y="8121"/>
                    <a:pt x="4410" y="8313"/>
                  </a:cubicBezTo>
                  <a:cubicBezTo>
                    <a:pt x="4133" y="8707"/>
                    <a:pt x="3706" y="9194"/>
                    <a:pt x="3388" y="9755"/>
                  </a:cubicBezTo>
                  <a:cubicBezTo>
                    <a:pt x="3056" y="10307"/>
                    <a:pt x="2707" y="10849"/>
                    <a:pt x="2486" y="11278"/>
                  </a:cubicBezTo>
                  <a:cubicBezTo>
                    <a:pt x="2276" y="11712"/>
                    <a:pt x="2135" y="12001"/>
                    <a:pt x="2135" y="12001"/>
                  </a:cubicBezTo>
                  <a:cubicBezTo>
                    <a:pt x="2135" y="12001"/>
                    <a:pt x="2887" y="12908"/>
                    <a:pt x="3686" y="13718"/>
                  </a:cubicBezTo>
                  <a:cubicBezTo>
                    <a:pt x="4046" y="14082"/>
                    <a:pt x="4413" y="14424"/>
                    <a:pt x="4717" y="14698"/>
                  </a:cubicBezTo>
                  <a:cubicBezTo>
                    <a:pt x="4713" y="14710"/>
                    <a:pt x="4706" y="14721"/>
                    <a:pt x="4701" y="14733"/>
                  </a:cubicBezTo>
                  <a:cubicBezTo>
                    <a:pt x="4537" y="15181"/>
                    <a:pt x="4401" y="15555"/>
                    <a:pt x="4306" y="15815"/>
                  </a:cubicBezTo>
                  <a:cubicBezTo>
                    <a:pt x="4253" y="15945"/>
                    <a:pt x="4230" y="16051"/>
                    <a:pt x="4212" y="16125"/>
                  </a:cubicBezTo>
                  <a:cubicBezTo>
                    <a:pt x="4193" y="16196"/>
                    <a:pt x="4184" y="16235"/>
                    <a:pt x="4184" y="16235"/>
                  </a:cubicBezTo>
                  <a:cubicBezTo>
                    <a:pt x="4184" y="16235"/>
                    <a:pt x="4013" y="16849"/>
                    <a:pt x="3799" y="17777"/>
                  </a:cubicBezTo>
                  <a:cubicBezTo>
                    <a:pt x="3796" y="17789"/>
                    <a:pt x="3794" y="17802"/>
                    <a:pt x="3794" y="17814"/>
                  </a:cubicBezTo>
                  <a:cubicBezTo>
                    <a:pt x="3399" y="17883"/>
                    <a:pt x="2915" y="17975"/>
                    <a:pt x="2421" y="18089"/>
                  </a:cubicBezTo>
                  <a:cubicBezTo>
                    <a:pt x="1299" y="18335"/>
                    <a:pt x="166" y="18691"/>
                    <a:pt x="166" y="18691"/>
                  </a:cubicBezTo>
                  <a:cubicBezTo>
                    <a:pt x="166" y="18691"/>
                    <a:pt x="99" y="19007"/>
                    <a:pt x="85" y="19489"/>
                  </a:cubicBezTo>
                  <a:cubicBezTo>
                    <a:pt x="62" y="19969"/>
                    <a:pt x="30" y="20611"/>
                    <a:pt x="0" y="21253"/>
                  </a:cubicBezTo>
                  <a:cubicBezTo>
                    <a:pt x="30" y="21894"/>
                    <a:pt x="62" y="22536"/>
                    <a:pt x="85" y="23016"/>
                  </a:cubicBezTo>
                  <a:cubicBezTo>
                    <a:pt x="99" y="23498"/>
                    <a:pt x="166" y="23814"/>
                    <a:pt x="166" y="23814"/>
                  </a:cubicBezTo>
                  <a:cubicBezTo>
                    <a:pt x="166" y="23814"/>
                    <a:pt x="1299" y="24170"/>
                    <a:pt x="2421" y="24417"/>
                  </a:cubicBezTo>
                  <a:cubicBezTo>
                    <a:pt x="2915" y="24527"/>
                    <a:pt x="3399" y="24622"/>
                    <a:pt x="3794" y="24691"/>
                  </a:cubicBezTo>
                  <a:cubicBezTo>
                    <a:pt x="3794" y="24703"/>
                    <a:pt x="3796" y="24717"/>
                    <a:pt x="3799" y="24728"/>
                  </a:cubicBezTo>
                  <a:cubicBezTo>
                    <a:pt x="4013" y="25656"/>
                    <a:pt x="4184" y="26270"/>
                    <a:pt x="4184" y="26270"/>
                  </a:cubicBezTo>
                  <a:cubicBezTo>
                    <a:pt x="4184" y="26270"/>
                    <a:pt x="4193" y="26309"/>
                    <a:pt x="4212" y="26380"/>
                  </a:cubicBezTo>
                  <a:cubicBezTo>
                    <a:pt x="4230" y="26452"/>
                    <a:pt x="4253" y="26560"/>
                    <a:pt x="4306" y="26690"/>
                  </a:cubicBezTo>
                  <a:cubicBezTo>
                    <a:pt x="4401" y="26950"/>
                    <a:pt x="4539" y="27324"/>
                    <a:pt x="4701" y="27772"/>
                  </a:cubicBezTo>
                  <a:cubicBezTo>
                    <a:pt x="4706" y="27781"/>
                    <a:pt x="4713" y="27795"/>
                    <a:pt x="4717" y="27807"/>
                  </a:cubicBezTo>
                  <a:cubicBezTo>
                    <a:pt x="4413" y="28079"/>
                    <a:pt x="4046" y="28423"/>
                    <a:pt x="3686" y="28787"/>
                  </a:cubicBezTo>
                  <a:cubicBezTo>
                    <a:pt x="2887" y="29595"/>
                    <a:pt x="2135" y="30502"/>
                    <a:pt x="2135" y="30502"/>
                  </a:cubicBezTo>
                  <a:cubicBezTo>
                    <a:pt x="2135" y="30502"/>
                    <a:pt x="2276" y="30793"/>
                    <a:pt x="2486" y="31227"/>
                  </a:cubicBezTo>
                  <a:cubicBezTo>
                    <a:pt x="2707" y="31656"/>
                    <a:pt x="3058" y="32198"/>
                    <a:pt x="3388" y="32750"/>
                  </a:cubicBezTo>
                  <a:cubicBezTo>
                    <a:pt x="3706" y="33311"/>
                    <a:pt x="4133" y="33798"/>
                    <a:pt x="4410" y="34192"/>
                  </a:cubicBezTo>
                  <a:cubicBezTo>
                    <a:pt x="4556" y="34384"/>
                    <a:pt x="4676" y="34543"/>
                    <a:pt x="4761" y="34656"/>
                  </a:cubicBezTo>
                  <a:cubicBezTo>
                    <a:pt x="4844" y="34769"/>
                    <a:pt x="4897" y="34829"/>
                    <a:pt x="4897" y="34829"/>
                  </a:cubicBezTo>
                  <a:cubicBezTo>
                    <a:pt x="4897" y="34829"/>
                    <a:pt x="6046" y="34509"/>
                    <a:pt x="7127" y="34105"/>
                  </a:cubicBezTo>
                  <a:cubicBezTo>
                    <a:pt x="7604" y="33932"/>
                    <a:pt x="8063" y="33745"/>
                    <a:pt x="8433" y="33588"/>
                  </a:cubicBezTo>
                  <a:cubicBezTo>
                    <a:pt x="8440" y="33597"/>
                    <a:pt x="8451" y="33606"/>
                    <a:pt x="8458" y="33615"/>
                  </a:cubicBezTo>
                  <a:cubicBezTo>
                    <a:pt x="8770" y="33978"/>
                    <a:pt x="9093" y="34215"/>
                    <a:pt x="9289" y="34412"/>
                  </a:cubicBezTo>
                  <a:cubicBezTo>
                    <a:pt x="9497" y="34599"/>
                    <a:pt x="9612" y="34707"/>
                    <a:pt x="9612" y="34707"/>
                  </a:cubicBezTo>
                  <a:cubicBezTo>
                    <a:pt x="9612" y="34707"/>
                    <a:pt x="9730" y="34813"/>
                    <a:pt x="9937" y="35000"/>
                  </a:cubicBezTo>
                  <a:cubicBezTo>
                    <a:pt x="10159" y="35166"/>
                    <a:pt x="10477" y="35404"/>
                    <a:pt x="10861" y="35690"/>
                  </a:cubicBezTo>
                  <a:cubicBezTo>
                    <a:pt x="10870" y="35697"/>
                    <a:pt x="10881" y="35706"/>
                    <a:pt x="10891" y="35713"/>
                  </a:cubicBezTo>
                  <a:cubicBezTo>
                    <a:pt x="10782" y="36106"/>
                    <a:pt x="10657" y="36592"/>
                    <a:pt x="10549" y="37096"/>
                  </a:cubicBezTo>
                  <a:cubicBezTo>
                    <a:pt x="10311" y="38213"/>
                    <a:pt x="10168" y="39376"/>
                    <a:pt x="10168" y="39376"/>
                  </a:cubicBezTo>
                  <a:cubicBezTo>
                    <a:pt x="10168" y="39376"/>
                    <a:pt x="10445" y="39544"/>
                    <a:pt x="10858" y="39793"/>
                  </a:cubicBezTo>
                  <a:cubicBezTo>
                    <a:pt x="11267" y="40050"/>
                    <a:pt x="11862" y="40303"/>
                    <a:pt x="12437" y="40590"/>
                  </a:cubicBezTo>
                  <a:cubicBezTo>
                    <a:pt x="13009" y="40887"/>
                    <a:pt x="13628" y="41081"/>
                    <a:pt x="14078" y="41254"/>
                  </a:cubicBezTo>
                  <a:cubicBezTo>
                    <a:pt x="14532" y="41418"/>
                    <a:pt x="14837" y="41527"/>
                    <a:pt x="14837" y="41527"/>
                  </a:cubicBezTo>
                  <a:cubicBezTo>
                    <a:pt x="14837" y="41527"/>
                    <a:pt x="15031" y="41317"/>
                    <a:pt x="15319" y="40973"/>
                  </a:cubicBezTo>
                  <a:cubicBezTo>
                    <a:pt x="15603" y="40633"/>
                    <a:pt x="15972" y="40176"/>
                    <a:pt x="16321" y="39715"/>
                  </a:cubicBezTo>
                  <a:cubicBezTo>
                    <a:pt x="16630" y="39309"/>
                    <a:pt x="16914" y="38903"/>
                    <a:pt x="17140" y="38568"/>
                  </a:cubicBezTo>
                  <a:cubicBezTo>
                    <a:pt x="17152" y="38570"/>
                    <a:pt x="17165" y="38575"/>
                    <a:pt x="17177" y="38577"/>
                  </a:cubicBezTo>
                  <a:cubicBezTo>
                    <a:pt x="17636" y="38713"/>
                    <a:pt x="18031" y="38762"/>
                    <a:pt x="18305" y="38803"/>
                  </a:cubicBezTo>
                  <a:cubicBezTo>
                    <a:pt x="18582" y="38845"/>
                    <a:pt x="18739" y="38868"/>
                    <a:pt x="18739" y="38868"/>
                  </a:cubicBezTo>
                  <a:cubicBezTo>
                    <a:pt x="18739" y="38868"/>
                    <a:pt x="18896" y="38893"/>
                    <a:pt x="19171" y="38935"/>
                  </a:cubicBezTo>
                  <a:cubicBezTo>
                    <a:pt x="19443" y="38993"/>
                    <a:pt x="19842" y="38993"/>
                    <a:pt x="20318" y="39020"/>
                  </a:cubicBezTo>
                  <a:cubicBezTo>
                    <a:pt x="20329" y="39023"/>
                    <a:pt x="20346" y="39023"/>
                    <a:pt x="20357" y="39023"/>
                  </a:cubicBezTo>
                  <a:cubicBezTo>
                    <a:pt x="20479" y="39408"/>
                    <a:pt x="20639" y="39881"/>
                    <a:pt x="20821" y="40361"/>
                  </a:cubicBezTo>
                  <a:cubicBezTo>
                    <a:pt x="21222" y="41469"/>
                    <a:pt x="21732" y="42505"/>
                    <a:pt x="21732" y="42505"/>
                  </a:cubicBezTo>
                  <a:cubicBezTo>
                    <a:pt x="21732" y="42505"/>
                    <a:pt x="22053" y="42489"/>
                    <a:pt x="22533" y="42466"/>
                  </a:cubicBezTo>
                  <a:cubicBezTo>
                    <a:pt x="22773" y="42452"/>
                    <a:pt x="23055" y="42436"/>
                    <a:pt x="23355" y="42420"/>
                  </a:cubicBezTo>
                  <a:cubicBezTo>
                    <a:pt x="23655" y="42390"/>
                    <a:pt x="23971" y="42334"/>
                    <a:pt x="24290" y="42290"/>
                  </a:cubicBezTo>
                  <a:cubicBezTo>
                    <a:pt x="24926" y="42187"/>
                    <a:pt x="25566" y="42113"/>
                    <a:pt x="26032" y="41972"/>
                  </a:cubicBezTo>
                  <a:cubicBezTo>
                    <a:pt x="26500" y="41852"/>
                    <a:pt x="26812" y="41773"/>
                    <a:pt x="26812" y="41773"/>
                  </a:cubicBezTo>
                  <a:cubicBezTo>
                    <a:pt x="26812" y="41773"/>
                    <a:pt x="27010" y="40626"/>
                    <a:pt x="27091" y="39475"/>
                  </a:cubicBezTo>
                  <a:cubicBezTo>
                    <a:pt x="27130" y="38960"/>
                    <a:pt x="27149" y="38459"/>
                    <a:pt x="27158" y="38053"/>
                  </a:cubicBezTo>
                  <a:cubicBezTo>
                    <a:pt x="27170" y="38049"/>
                    <a:pt x="27181" y="38044"/>
                    <a:pt x="27193" y="38039"/>
                  </a:cubicBezTo>
                  <a:cubicBezTo>
                    <a:pt x="27640" y="37873"/>
                    <a:pt x="28017" y="37744"/>
                    <a:pt x="28273" y="37636"/>
                  </a:cubicBezTo>
                  <a:cubicBezTo>
                    <a:pt x="28522" y="37516"/>
                    <a:pt x="28667" y="37446"/>
                    <a:pt x="28667" y="37446"/>
                  </a:cubicBezTo>
                  <a:cubicBezTo>
                    <a:pt x="28667" y="37446"/>
                    <a:pt x="28810" y="37377"/>
                    <a:pt x="29060" y="37257"/>
                  </a:cubicBezTo>
                  <a:cubicBezTo>
                    <a:pt x="29304" y="37126"/>
                    <a:pt x="29683" y="36989"/>
                    <a:pt x="30082" y="36724"/>
                  </a:cubicBezTo>
                  <a:cubicBezTo>
                    <a:pt x="30091" y="36719"/>
                    <a:pt x="30105" y="36712"/>
                    <a:pt x="30114" y="36706"/>
                  </a:cubicBezTo>
                  <a:cubicBezTo>
                    <a:pt x="30426" y="36959"/>
                    <a:pt x="30811" y="37269"/>
                    <a:pt x="31222" y="37569"/>
                  </a:cubicBezTo>
                  <a:cubicBezTo>
                    <a:pt x="32148" y="38261"/>
                    <a:pt x="33161" y="38891"/>
                    <a:pt x="33161" y="38891"/>
                  </a:cubicBezTo>
                  <a:cubicBezTo>
                    <a:pt x="33161" y="38891"/>
                    <a:pt x="33419" y="38699"/>
                    <a:pt x="33809" y="38413"/>
                  </a:cubicBezTo>
                  <a:cubicBezTo>
                    <a:pt x="34188" y="38116"/>
                    <a:pt x="34730" y="37765"/>
                    <a:pt x="35192" y="37315"/>
                  </a:cubicBezTo>
                  <a:cubicBezTo>
                    <a:pt x="35665" y="36879"/>
                    <a:pt x="36156" y="36463"/>
                    <a:pt x="36482" y="36108"/>
                  </a:cubicBezTo>
                  <a:lnTo>
                    <a:pt x="37024" y="35517"/>
                  </a:lnTo>
                  <a:cubicBezTo>
                    <a:pt x="37024" y="35517"/>
                    <a:pt x="36558" y="34437"/>
                    <a:pt x="36020" y="33435"/>
                  </a:cubicBezTo>
                  <a:cubicBezTo>
                    <a:pt x="35775" y="32983"/>
                    <a:pt x="35519" y="32551"/>
                    <a:pt x="35305" y="32203"/>
                  </a:cubicBezTo>
                  <a:cubicBezTo>
                    <a:pt x="35312" y="32191"/>
                    <a:pt x="35321" y="32182"/>
                    <a:pt x="35328" y="32173"/>
                  </a:cubicBezTo>
                  <a:cubicBezTo>
                    <a:pt x="35614" y="31790"/>
                    <a:pt x="35852" y="31471"/>
                    <a:pt x="36018" y="31250"/>
                  </a:cubicBezTo>
                  <a:cubicBezTo>
                    <a:pt x="36165" y="31012"/>
                    <a:pt x="36248" y="30878"/>
                    <a:pt x="36248" y="30878"/>
                  </a:cubicBezTo>
                  <a:cubicBezTo>
                    <a:pt x="36248" y="30878"/>
                    <a:pt x="36332" y="30742"/>
                    <a:pt x="36475" y="30504"/>
                  </a:cubicBezTo>
                  <a:cubicBezTo>
                    <a:pt x="36611" y="30262"/>
                    <a:pt x="36849" y="29939"/>
                    <a:pt x="37052" y="29508"/>
                  </a:cubicBezTo>
                  <a:cubicBezTo>
                    <a:pt x="37056" y="29496"/>
                    <a:pt x="37063" y="29484"/>
                    <a:pt x="37068" y="29473"/>
                  </a:cubicBezTo>
                  <a:cubicBezTo>
                    <a:pt x="37467" y="29519"/>
                    <a:pt x="37959" y="29570"/>
                    <a:pt x="38464" y="29602"/>
                  </a:cubicBezTo>
                  <a:cubicBezTo>
                    <a:pt x="39285" y="29660"/>
                    <a:pt x="40128" y="29668"/>
                    <a:pt x="40543" y="29668"/>
                  </a:cubicBezTo>
                  <a:cubicBezTo>
                    <a:pt x="40709" y="29668"/>
                    <a:pt x="40806" y="29667"/>
                    <a:pt x="40806" y="29667"/>
                  </a:cubicBezTo>
                  <a:cubicBezTo>
                    <a:pt x="40806" y="29667"/>
                    <a:pt x="40846" y="29595"/>
                    <a:pt x="40894" y="29464"/>
                  </a:cubicBezTo>
                  <a:cubicBezTo>
                    <a:pt x="40945" y="29332"/>
                    <a:pt x="41014" y="29143"/>
                    <a:pt x="41099" y="28917"/>
                  </a:cubicBezTo>
                  <a:cubicBezTo>
                    <a:pt x="41254" y="28460"/>
                    <a:pt x="41513" y="27864"/>
                    <a:pt x="41674" y="27241"/>
                  </a:cubicBezTo>
                  <a:cubicBezTo>
                    <a:pt x="41833" y="26618"/>
                    <a:pt x="41993" y="25993"/>
                    <a:pt x="42113" y="25524"/>
                  </a:cubicBezTo>
                  <a:cubicBezTo>
                    <a:pt x="42186" y="25047"/>
                    <a:pt x="42237" y="24730"/>
                    <a:pt x="42237" y="24730"/>
                  </a:cubicBezTo>
                  <a:cubicBezTo>
                    <a:pt x="42237" y="24730"/>
                    <a:pt x="41254" y="24073"/>
                    <a:pt x="40255" y="23523"/>
                  </a:cubicBezTo>
                  <a:cubicBezTo>
                    <a:pt x="39821" y="23279"/>
                    <a:pt x="39376" y="23053"/>
                    <a:pt x="39002" y="22875"/>
                  </a:cubicBezTo>
                  <a:cubicBezTo>
                    <a:pt x="39004" y="22863"/>
                    <a:pt x="39006" y="22852"/>
                    <a:pt x="39006" y="22840"/>
                  </a:cubicBezTo>
                  <a:cubicBezTo>
                    <a:pt x="39055" y="21887"/>
                    <a:pt x="39087" y="21253"/>
                    <a:pt x="39087" y="21253"/>
                  </a:cubicBezTo>
                  <a:cubicBezTo>
                    <a:pt x="39087" y="21253"/>
                    <a:pt x="39055" y="20618"/>
                    <a:pt x="39006" y="19665"/>
                  </a:cubicBezTo>
                  <a:cubicBezTo>
                    <a:pt x="39006" y="19653"/>
                    <a:pt x="39004" y="19642"/>
                    <a:pt x="39002" y="19630"/>
                  </a:cubicBezTo>
                  <a:cubicBezTo>
                    <a:pt x="39376" y="19452"/>
                    <a:pt x="39821" y="19226"/>
                    <a:pt x="40255" y="18982"/>
                  </a:cubicBezTo>
                  <a:cubicBezTo>
                    <a:pt x="41254" y="18432"/>
                    <a:pt x="42237" y="17775"/>
                    <a:pt x="42237" y="17775"/>
                  </a:cubicBezTo>
                  <a:cubicBezTo>
                    <a:pt x="42237" y="17775"/>
                    <a:pt x="42186" y="17456"/>
                    <a:pt x="42113" y="16981"/>
                  </a:cubicBezTo>
                  <a:cubicBezTo>
                    <a:pt x="41993" y="16512"/>
                    <a:pt x="41833" y="15887"/>
                    <a:pt x="41674" y="15264"/>
                  </a:cubicBezTo>
                  <a:cubicBezTo>
                    <a:pt x="41513" y="14638"/>
                    <a:pt x="41254" y="14045"/>
                    <a:pt x="41099" y="13588"/>
                  </a:cubicBezTo>
                  <a:cubicBezTo>
                    <a:pt x="41014" y="13362"/>
                    <a:pt x="40945" y="13173"/>
                    <a:pt x="40894" y="13041"/>
                  </a:cubicBezTo>
                  <a:cubicBezTo>
                    <a:pt x="40846" y="12908"/>
                    <a:pt x="40806" y="12838"/>
                    <a:pt x="40806" y="12838"/>
                  </a:cubicBezTo>
                  <a:cubicBezTo>
                    <a:pt x="40806" y="12838"/>
                    <a:pt x="40693" y="12837"/>
                    <a:pt x="40504" y="12837"/>
                  </a:cubicBezTo>
                  <a:cubicBezTo>
                    <a:pt x="40076" y="12837"/>
                    <a:pt x="39260" y="12845"/>
                    <a:pt x="38464" y="12903"/>
                  </a:cubicBezTo>
                  <a:cubicBezTo>
                    <a:pt x="37959" y="12935"/>
                    <a:pt x="37467" y="12984"/>
                    <a:pt x="37068" y="13032"/>
                  </a:cubicBezTo>
                  <a:cubicBezTo>
                    <a:pt x="37063" y="13021"/>
                    <a:pt x="37056" y="13007"/>
                    <a:pt x="37052" y="12998"/>
                  </a:cubicBezTo>
                  <a:cubicBezTo>
                    <a:pt x="36849" y="12566"/>
                    <a:pt x="36611" y="12243"/>
                    <a:pt x="36475" y="12001"/>
                  </a:cubicBezTo>
                  <a:cubicBezTo>
                    <a:pt x="36332" y="11763"/>
                    <a:pt x="36248" y="11627"/>
                    <a:pt x="36248" y="11627"/>
                  </a:cubicBezTo>
                  <a:cubicBezTo>
                    <a:pt x="36248" y="11627"/>
                    <a:pt x="36165" y="11491"/>
                    <a:pt x="36018" y="11255"/>
                  </a:cubicBezTo>
                  <a:cubicBezTo>
                    <a:pt x="35852" y="11031"/>
                    <a:pt x="35614" y="10713"/>
                    <a:pt x="35328" y="10332"/>
                  </a:cubicBezTo>
                  <a:cubicBezTo>
                    <a:pt x="35321" y="10323"/>
                    <a:pt x="35312" y="10311"/>
                    <a:pt x="35305" y="10302"/>
                  </a:cubicBezTo>
                  <a:cubicBezTo>
                    <a:pt x="35519" y="9954"/>
                    <a:pt x="35775" y="9522"/>
                    <a:pt x="36020" y="9070"/>
                  </a:cubicBezTo>
                  <a:cubicBezTo>
                    <a:pt x="36558" y="8068"/>
                    <a:pt x="37024" y="6988"/>
                    <a:pt x="37024" y="6988"/>
                  </a:cubicBezTo>
                  <a:lnTo>
                    <a:pt x="36482" y="6395"/>
                  </a:lnTo>
                  <a:cubicBezTo>
                    <a:pt x="36156" y="6040"/>
                    <a:pt x="35665" y="5624"/>
                    <a:pt x="35192" y="5188"/>
                  </a:cubicBezTo>
                  <a:cubicBezTo>
                    <a:pt x="34730" y="4740"/>
                    <a:pt x="34185" y="4387"/>
                    <a:pt x="33809" y="4089"/>
                  </a:cubicBezTo>
                  <a:cubicBezTo>
                    <a:pt x="33419" y="3803"/>
                    <a:pt x="33161" y="3612"/>
                    <a:pt x="33161" y="3612"/>
                  </a:cubicBezTo>
                  <a:cubicBezTo>
                    <a:pt x="33161" y="3612"/>
                    <a:pt x="32148" y="4244"/>
                    <a:pt x="31222" y="4934"/>
                  </a:cubicBezTo>
                  <a:cubicBezTo>
                    <a:pt x="30814" y="5236"/>
                    <a:pt x="30426" y="5543"/>
                    <a:pt x="30114" y="5800"/>
                  </a:cubicBezTo>
                  <a:cubicBezTo>
                    <a:pt x="30105" y="5793"/>
                    <a:pt x="30091" y="5786"/>
                    <a:pt x="30082" y="5779"/>
                  </a:cubicBezTo>
                  <a:cubicBezTo>
                    <a:pt x="29683" y="5516"/>
                    <a:pt x="29304" y="5377"/>
                    <a:pt x="29060" y="5248"/>
                  </a:cubicBezTo>
                  <a:cubicBezTo>
                    <a:pt x="28810" y="5126"/>
                    <a:pt x="28667" y="5056"/>
                    <a:pt x="28667" y="5056"/>
                  </a:cubicBezTo>
                  <a:cubicBezTo>
                    <a:pt x="28667" y="5056"/>
                    <a:pt x="28522" y="4990"/>
                    <a:pt x="28273" y="4867"/>
                  </a:cubicBezTo>
                  <a:cubicBezTo>
                    <a:pt x="28017" y="4759"/>
                    <a:pt x="27640" y="4632"/>
                    <a:pt x="27193" y="4463"/>
                  </a:cubicBezTo>
                  <a:cubicBezTo>
                    <a:pt x="27181" y="4461"/>
                    <a:pt x="27170" y="4456"/>
                    <a:pt x="27158" y="4452"/>
                  </a:cubicBezTo>
                  <a:cubicBezTo>
                    <a:pt x="27149" y="4043"/>
                    <a:pt x="27130" y="3543"/>
                    <a:pt x="27091" y="3030"/>
                  </a:cubicBezTo>
                  <a:cubicBezTo>
                    <a:pt x="27010" y="1876"/>
                    <a:pt x="26812" y="732"/>
                    <a:pt x="26812" y="732"/>
                  </a:cubicBezTo>
                  <a:cubicBezTo>
                    <a:pt x="26812" y="732"/>
                    <a:pt x="26500" y="651"/>
                    <a:pt x="26032" y="531"/>
                  </a:cubicBezTo>
                  <a:cubicBezTo>
                    <a:pt x="25566" y="392"/>
                    <a:pt x="24926" y="316"/>
                    <a:pt x="24290" y="215"/>
                  </a:cubicBezTo>
                  <a:cubicBezTo>
                    <a:pt x="23971" y="169"/>
                    <a:pt x="23655" y="113"/>
                    <a:pt x="23355" y="85"/>
                  </a:cubicBezTo>
                  <a:cubicBezTo>
                    <a:pt x="23055" y="67"/>
                    <a:pt x="22773" y="53"/>
                    <a:pt x="22533" y="39"/>
                  </a:cubicBezTo>
                  <a:cubicBezTo>
                    <a:pt x="22053" y="16"/>
                    <a:pt x="21732" y="0"/>
                    <a:pt x="21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86;p28">
            <a:extLst>
              <a:ext uri="{FF2B5EF4-FFF2-40B4-BE49-F238E27FC236}">
                <a16:creationId xmlns:a16="http://schemas.microsoft.com/office/drawing/2014/main" id="{6C4F67DA-1F06-8062-79D6-2A9ACEC96CEB}"/>
              </a:ext>
            </a:extLst>
          </p:cNvPr>
          <p:cNvSpPr/>
          <p:nvPr/>
        </p:nvSpPr>
        <p:spPr>
          <a:xfrm>
            <a:off x="9038100" y="954927"/>
            <a:ext cx="105900" cy="1059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656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B2C7-8F6B-D9CC-6EB0-43C0618FF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824" y="1623850"/>
            <a:ext cx="3559458" cy="1596052"/>
          </a:xfrm>
        </p:spPr>
        <p:txBody>
          <a:bodyPr/>
          <a:lstStyle/>
          <a:p>
            <a:r>
              <a:rPr lang="en-US" sz="4500" dirty="0">
                <a:solidFill>
                  <a:schemeClr val="accent1">
                    <a:lumMod val="50000"/>
                  </a:schemeClr>
                </a:solidFill>
              </a:rPr>
              <a:t>THANK-YOU</a:t>
            </a:r>
            <a:endParaRPr lang="en-IN" sz="45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oogle Shape;682;p45">
            <a:extLst>
              <a:ext uri="{FF2B5EF4-FFF2-40B4-BE49-F238E27FC236}">
                <a16:creationId xmlns:a16="http://schemas.microsoft.com/office/drawing/2014/main" id="{122CDAF2-8257-2CD9-091F-916C9A48BF0F}"/>
              </a:ext>
            </a:extLst>
          </p:cNvPr>
          <p:cNvGrpSpPr/>
          <p:nvPr/>
        </p:nvGrpSpPr>
        <p:grpSpPr>
          <a:xfrm>
            <a:off x="4894586" y="966023"/>
            <a:ext cx="3211436" cy="3211451"/>
            <a:chOff x="1190500" y="238125"/>
            <a:chExt cx="5237175" cy="5237200"/>
          </a:xfrm>
        </p:grpSpPr>
        <p:sp>
          <p:nvSpPr>
            <p:cNvPr id="4" name="Google Shape;683;p45">
              <a:extLst>
                <a:ext uri="{FF2B5EF4-FFF2-40B4-BE49-F238E27FC236}">
                  <a16:creationId xmlns:a16="http://schemas.microsoft.com/office/drawing/2014/main" id="{DA20D1AF-4113-E901-0979-CBDC5ED9D602}"/>
                </a:ext>
              </a:extLst>
            </p:cNvPr>
            <p:cNvSpPr/>
            <p:nvPr/>
          </p:nvSpPr>
          <p:spPr>
            <a:xfrm>
              <a:off x="1190500" y="238125"/>
              <a:ext cx="5237175" cy="5237200"/>
            </a:xfrm>
            <a:custGeom>
              <a:avLst/>
              <a:gdLst/>
              <a:ahLst/>
              <a:cxnLst/>
              <a:rect l="l" t="t" r="r" b="b"/>
              <a:pathLst>
                <a:path w="209487" h="209488" extrusionOk="0">
                  <a:moveTo>
                    <a:pt x="104743" y="0"/>
                  </a:moveTo>
                  <a:cubicBezTo>
                    <a:pt x="76964" y="0"/>
                    <a:pt x="50321" y="11035"/>
                    <a:pt x="30679" y="30679"/>
                  </a:cubicBezTo>
                  <a:cubicBezTo>
                    <a:pt x="11034" y="50321"/>
                    <a:pt x="0" y="76964"/>
                    <a:pt x="0" y="104744"/>
                  </a:cubicBezTo>
                  <a:cubicBezTo>
                    <a:pt x="0" y="132523"/>
                    <a:pt x="11034" y="159163"/>
                    <a:pt x="30679" y="178808"/>
                  </a:cubicBezTo>
                  <a:cubicBezTo>
                    <a:pt x="50321" y="198449"/>
                    <a:pt x="76964" y="209487"/>
                    <a:pt x="104743" y="209487"/>
                  </a:cubicBezTo>
                  <a:cubicBezTo>
                    <a:pt x="132523" y="209487"/>
                    <a:pt x="159162" y="198449"/>
                    <a:pt x="178807" y="178808"/>
                  </a:cubicBezTo>
                  <a:cubicBezTo>
                    <a:pt x="198449" y="159163"/>
                    <a:pt x="209486" y="132523"/>
                    <a:pt x="209486" y="104744"/>
                  </a:cubicBezTo>
                  <a:cubicBezTo>
                    <a:pt x="209486" y="76964"/>
                    <a:pt x="198449" y="50321"/>
                    <a:pt x="178807" y="30679"/>
                  </a:cubicBezTo>
                  <a:cubicBezTo>
                    <a:pt x="159162" y="11035"/>
                    <a:pt x="132523" y="0"/>
                    <a:pt x="104743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84;p45">
              <a:extLst>
                <a:ext uri="{FF2B5EF4-FFF2-40B4-BE49-F238E27FC236}">
                  <a16:creationId xmlns:a16="http://schemas.microsoft.com/office/drawing/2014/main" id="{FD112D60-277D-09CE-ECA6-BCDBBB93A371}"/>
                </a:ext>
              </a:extLst>
            </p:cNvPr>
            <p:cNvSpPr/>
            <p:nvPr/>
          </p:nvSpPr>
          <p:spPr>
            <a:xfrm>
              <a:off x="1732050" y="779675"/>
              <a:ext cx="4154050" cy="4154075"/>
            </a:xfrm>
            <a:custGeom>
              <a:avLst/>
              <a:gdLst/>
              <a:ahLst/>
              <a:cxnLst/>
              <a:rect l="l" t="t" r="r" b="b"/>
              <a:pathLst>
                <a:path w="166162" h="166163" extrusionOk="0">
                  <a:moveTo>
                    <a:pt x="83081" y="1"/>
                  </a:moveTo>
                  <a:cubicBezTo>
                    <a:pt x="61045" y="1"/>
                    <a:pt x="39914" y="8753"/>
                    <a:pt x="24335" y="24335"/>
                  </a:cubicBezTo>
                  <a:cubicBezTo>
                    <a:pt x="8753" y="39915"/>
                    <a:pt x="1" y="61046"/>
                    <a:pt x="1" y="83082"/>
                  </a:cubicBezTo>
                  <a:cubicBezTo>
                    <a:pt x="1" y="105114"/>
                    <a:pt x="8753" y="126249"/>
                    <a:pt x="24335" y="141828"/>
                  </a:cubicBezTo>
                  <a:cubicBezTo>
                    <a:pt x="39914" y="157407"/>
                    <a:pt x="61045" y="166162"/>
                    <a:pt x="83081" y="166162"/>
                  </a:cubicBezTo>
                  <a:cubicBezTo>
                    <a:pt x="105114" y="166162"/>
                    <a:pt x="126248" y="157407"/>
                    <a:pt x="141827" y="141828"/>
                  </a:cubicBezTo>
                  <a:cubicBezTo>
                    <a:pt x="157406" y="126249"/>
                    <a:pt x="166162" y="105114"/>
                    <a:pt x="166162" y="83082"/>
                  </a:cubicBezTo>
                  <a:cubicBezTo>
                    <a:pt x="166162" y="61046"/>
                    <a:pt x="157406" y="39915"/>
                    <a:pt x="141827" y="24335"/>
                  </a:cubicBezTo>
                  <a:cubicBezTo>
                    <a:pt x="126248" y="8753"/>
                    <a:pt x="105114" y="1"/>
                    <a:pt x="83081" y="1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85;p45">
              <a:extLst>
                <a:ext uri="{FF2B5EF4-FFF2-40B4-BE49-F238E27FC236}">
                  <a16:creationId xmlns:a16="http://schemas.microsoft.com/office/drawing/2014/main" id="{644CEF4C-E64A-E242-EF27-D1F1095CECFA}"/>
                </a:ext>
              </a:extLst>
            </p:cNvPr>
            <p:cNvSpPr/>
            <p:nvPr/>
          </p:nvSpPr>
          <p:spPr>
            <a:xfrm>
              <a:off x="2297475" y="1345125"/>
              <a:ext cx="3023200" cy="3023200"/>
            </a:xfrm>
            <a:custGeom>
              <a:avLst/>
              <a:gdLst/>
              <a:ahLst/>
              <a:cxnLst/>
              <a:rect l="l" t="t" r="r" b="b"/>
              <a:pathLst>
                <a:path w="120928" h="120928" extrusionOk="0">
                  <a:moveTo>
                    <a:pt x="60464" y="0"/>
                  </a:moveTo>
                  <a:cubicBezTo>
                    <a:pt x="44429" y="0"/>
                    <a:pt x="29048" y="6371"/>
                    <a:pt x="17710" y="17709"/>
                  </a:cubicBezTo>
                  <a:cubicBezTo>
                    <a:pt x="6372" y="29048"/>
                    <a:pt x="1" y="44429"/>
                    <a:pt x="1" y="60464"/>
                  </a:cubicBezTo>
                  <a:cubicBezTo>
                    <a:pt x="1" y="76499"/>
                    <a:pt x="6372" y="91879"/>
                    <a:pt x="17710" y="103218"/>
                  </a:cubicBezTo>
                  <a:cubicBezTo>
                    <a:pt x="29048" y="114556"/>
                    <a:pt x="44429" y="120927"/>
                    <a:pt x="60464" y="120927"/>
                  </a:cubicBezTo>
                  <a:cubicBezTo>
                    <a:pt x="76499" y="120927"/>
                    <a:pt x="91880" y="114556"/>
                    <a:pt x="103218" y="103218"/>
                  </a:cubicBezTo>
                  <a:cubicBezTo>
                    <a:pt x="114556" y="91879"/>
                    <a:pt x="120927" y="76499"/>
                    <a:pt x="120927" y="60464"/>
                  </a:cubicBezTo>
                  <a:cubicBezTo>
                    <a:pt x="120927" y="44429"/>
                    <a:pt x="114556" y="29048"/>
                    <a:pt x="103218" y="17709"/>
                  </a:cubicBezTo>
                  <a:cubicBezTo>
                    <a:pt x="91880" y="6371"/>
                    <a:pt x="76499" y="0"/>
                    <a:pt x="60464" y="0"/>
                  </a:cubicBezTo>
                  <a:close/>
                </a:path>
              </a:pathLst>
            </a:custGeom>
            <a:solidFill>
              <a:srgbClr val="0388E5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686;p45">
            <a:extLst>
              <a:ext uri="{FF2B5EF4-FFF2-40B4-BE49-F238E27FC236}">
                <a16:creationId xmlns:a16="http://schemas.microsoft.com/office/drawing/2014/main" id="{4C5EA67E-8959-4DCD-7DC6-6CBF26176D59}"/>
              </a:ext>
            </a:extLst>
          </p:cNvPr>
          <p:cNvGrpSpPr/>
          <p:nvPr/>
        </p:nvGrpSpPr>
        <p:grpSpPr>
          <a:xfrm>
            <a:off x="5513969" y="1435837"/>
            <a:ext cx="554700" cy="554700"/>
            <a:chOff x="1221094" y="1533487"/>
            <a:chExt cx="554700" cy="554700"/>
          </a:xfrm>
        </p:grpSpPr>
        <p:sp>
          <p:nvSpPr>
            <p:cNvPr id="8" name="Google Shape;687;p45">
              <a:extLst>
                <a:ext uri="{FF2B5EF4-FFF2-40B4-BE49-F238E27FC236}">
                  <a16:creationId xmlns:a16="http://schemas.microsoft.com/office/drawing/2014/main" id="{448D24CF-42C9-8C04-CD0E-E1FBD8DBEBCE}"/>
                </a:ext>
              </a:extLst>
            </p:cNvPr>
            <p:cNvSpPr/>
            <p:nvPr/>
          </p:nvSpPr>
          <p:spPr>
            <a:xfrm>
              <a:off x="1221094" y="1533487"/>
              <a:ext cx="554700" cy="5547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88;p45">
              <a:extLst>
                <a:ext uri="{FF2B5EF4-FFF2-40B4-BE49-F238E27FC236}">
                  <a16:creationId xmlns:a16="http://schemas.microsoft.com/office/drawing/2014/main" id="{F0BAE235-F0D7-C120-E0EA-A9A56E985F2D}"/>
                </a:ext>
              </a:extLst>
            </p:cNvPr>
            <p:cNvSpPr/>
            <p:nvPr/>
          </p:nvSpPr>
          <p:spPr>
            <a:xfrm>
              <a:off x="1288144" y="1600535"/>
              <a:ext cx="420600" cy="4206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" name="Google Shape;689;p45">
              <a:extLst>
                <a:ext uri="{FF2B5EF4-FFF2-40B4-BE49-F238E27FC236}">
                  <a16:creationId xmlns:a16="http://schemas.microsoft.com/office/drawing/2014/main" id="{0E65D325-CF67-BD64-1A29-CF0AF449060E}"/>
                </a:ext>
              </a:extLst>
            </p:cNvPr>
            <p:cNvGrpSpPr/>
            <p:nvPr/>
          </p:nvGrpSpPr>
          <p:grpSpPr>
            <a:xfrm>
              <a:off x="1376326" y="1673263"/>
              <a:ext cx="244237" cy="244216"/>
              <a:chOff x="4628325" y="3599825"/>
              <a:chExt cx="295400" cy="295375"/>
            </a:xfrm>
          </p:grpSpPr>
          <p:sp>
            <p:nvSpPr>
              <p:cNvPr id="11" name="Google Shape;690;p45">
                <a:extLst>
                  <a:ext uri="{FF2B5EF4-FFF2-40B4-BE49-F238E27FC236}">
                    <a16:creationId xmlns:a16="http://schemas.microsoft.com/office/drawing/2014/main" id="{50E39539-9A8F-4B1F-709F-7165B1D9477F}"/>
                  </a:ext>
                </a:extLst>
              </p:cNvPr>
              <p:cNvSpPr/>
              <p:nvPr/>
            </p:nvSpPr>
            <p:spPr>
              <a:xfrm>
                <a:off x="4679525" y="3686450"/>
                <a:ext cx="17350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3467" extrusionOk="0">
                    <a:moveTo>
                      <a:pt x="0" y="1"/>
                    </a:moveTo>
                    <a:lnTo>
                      <a:pt x="0" y="3466"/>
                    </a:lnTo>
                    <a:lnTo>
                      <a:pt x="694" y="3466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691;p45">
                <a:extLst>
                  <a:ext uri="{FF2B5EF4-FFF2-40B4-BE49-F238E27FC236}">
                    <a16:creationId xmlns:a16="http://schemas.microsoft.com/office/drawing/2014/main" id="{4BA0838E-AC01-14F6-A72A-66AE3CECE5AD}"/>
                  </a:ext>
                </a:extLst>
              </p:cNvPr>
              <p:cNvSpPr/>
              <p:nvPr/>
            </p:nvSpPr>
            <p:spPr>
              <a:xfrm>
                <a:off x="4854375" y="3686450"/>
                <a:ext cx="18150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726" h="3467" extrusionOk="0">
                    <a:moveTo>
                      <a:pt x="1" y="1"/>
                    </a:moveTo>
                    <a:lnTo>
                      <a:pt x="1" y="3466"/>
                    </a:lnTo>
                    <a:lnTo>
                      <a:pt x="725" y="3466"/>
                    </a:lnTo>
                    <a:lnTo>
                      <a:pt x="72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692;p45">
                <a:extLst>
                  <a:ext uri="{FF2B5EF4-FFF2-40B4-BE49-F238E27FC236}">
                    <a16:creationId xmlns:a16="http://schemas.microsoft.com/office/drawing/2014/main" id="{488B9CB2-4BFA-2317-864F-DEF72E14553E}"/>
                  </a:ext>
                </a:extLst>
              </p:cNvPr>
              <p:cNvSpPr/>
              <p:nvPr/>
            </p:nvSpPr>
            <p:spPr>
              <a:xfrm>
                <a:off x="4679525" y="3790425"/>
                <a:ext cx="17350" cy="1040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4160" extrusionOk="0">
                    <a:moveTo>
                      <a:pt x="0" y="0"/>
                    </a:moveTo>
                    <a:lnTo>
                      <a:pt x="0" y="4159"/>
                    </a:lnTo>
                    <a:lnTo>
                      <a:pt x="694" y="4159"/>
                    </a:lnTo>
                    <a:lnTo>
                      <a:pt x="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693;p45">
                <a:extLst>
                  <a:ext uri="{FF2B5EF4-FFF2-40B4-BE49-F238E27FC236}">
                    <a16:creationId xmlns:a16="http://schemas.microsoft.com/office/drawing/2014/main" id="{A2927815-40CC-D4A0-0EF6-822D4DD843AE}"/>
                  </a:ext>
                </a:extLst>
              </p:cNvPr>
              <p:cNvSpPr/>
              <p:nvPr/>
            </p:nvSpPr>
            <p:spPr>
              <a:xfrm>
                <a:off x="4854375" y="3790425"/>
                <a:ext cx="18150" cy="10400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4160" extrusionOk="0">
                    <a:moveTo>
                      <a:pt x="1" y="0"/>
                    </a:moveTo>
                    <a:lnTo>
                      <a:pt x="1" y="4159"/>
                    </a:lnTo>
                    <a:lnTo>
                      <a:pt x="725" y="4159"/>
                    </a:lnTo>
                    <a:lnTo>
                      <a:pt x="7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694;p45">
                <a:extLst>
                  <a:ext uri="{FF2B5EF4-FFF2-40B4-BE49-F238E27FC236}">
                    <a16:creationId xmlns:a16="http://schemas.microsoft.com/office/drawing/2014/main" id="{C45D9C99-DE1B-1165-3A17-36E5716EFAE5}"/>
                  </a:ext>
                </a:extLst>
              </p:cNvPr>
              <p:cNvSpPr/>
              <p:nvPr/>
            </p:nvSpPr>
            <p:spPr>
              <a:xfrm>
                <a:off x="4628325" y="3686450"/>
                <a:ext cx="34675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3467" extrusionOk="0">
                    <a:moveTo>
                      <a:pt x="1009" y="1"/>
                    </a:moveTo>
                    <a:cubicBezTo>
                      <a:pt x="442" y="1"/>
                      <a:pt x="1" y="442"/>
                      <a:pt x="1" y="1009"/>
                    </a:cubicBezTo>
                    <a:lnTo>
                      <a:pt x="1" y="2049"/>
                    </a:lnTo>
                    <a:cubicBezTo>
                      <a:pt x="1" y="2427"/>
                      <a:pt x="158" y="2773"/>
                      <a:pt x="442" y="3025"/>
                    </a:cubicBezTo>
                    <a:cubicBezTo>
                      <a:pt x="662" y="3340"/>
                      <a:pt x="1009" y="3466"/>
                      <a:pt x="1387" y="3466"/>
                    </a:cubicBezTo>
                    <a:lnTo>
                      <a:pt x="138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695;p45">
                <a:extLst>
                  <a:ext uri="{FF2B5EF4-FFF2-40B4-BE49-F238E27FC236}">
                    <a16:creationId xmlns:a16="http://schemas.microsoft.com/office/drawing/2014/main" id="{AA4C764E-8833-6946-25C0-65BD0275E3C9}"/>
                  </a:ext>
                </a:extLst>
              </p:cNvPr>
              <p:cNvSpPr/>
              <p:nvPr/>
            </p:nvSpPr>
            <p:spPr>
              <a:xfrm>
                <a:off x="4714975" y="3686450"/>
                <a:ext cx="122100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4884" h="3467" extrusionOk="0">
                    <a:moveTo>
                      <a:pt x="0" y="1"/>
                    </a:moveTo>
                    <a:lnTo>
                      <a:pt x="0" y="3466"/>
                    </a:lnTo>
                    <a:lnTo>
                      <a:pt x="4883" y="3466"/>
                    </a:lnTo>
                    <a:lnTo>
                      <a:pt x="488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696;p45">
                <a:extLst>
                  <a:ext uri="{FF2B5EF4-FFF2-40B4-BE49-F238E27FC236}">
                    <a16:creationId xmlns:a16="http://schemas.microsoft.com/office/drawing/2014/main" id="{9BE60B64-9CF1-5E93-A2B9-86C4D9F13E4D}"/>
                  </a:ext>
                </a:extLst>
              </p:cNvPr>
              <p:cNvSpPr/>
              <p:nvPr/>
            </p:nvSpPr>
            <p:spPr>
              <a:xfrm>
                <a:off x="4889025" y="3777825"/>
                <a:ext cx="34700" cy="117375"/>
              </a:xfrm>
              <a:custGeom>
                <a:avLst/>
                <a:gdLst/>
                <a:ahLst/>
                <a:cxnLst/>
                <a:rect l="l" t="t" r="r" b="b"/>
                <a:pathLst>
                  <a:path w="1388" h="4695" extrusionOk="0">
                    <a:moveTo>
                      <a:pt x="1387" y="0"/>
                    </a:moveTo>
                    <a:cubicBezTo>
                      <a:pt x="977" y="315"/>
                      <a:pt x="505" y="504"/>
                      <a:pt x="1" y="504"/>
                    </a:cubicBezTo>
                    <a:lnTo>
                      <a:pt x="1" y="4695"/>
                    </a:lnTo>
                    <a:lnTo>
                      <a:pt x="347" y="4695"/>
                    </a:lnTo>
                    <a:cubicBezTo>
                      <a:pt x="946" y="4695"/>
                      <a:pt x="1387" y="4222"/>
                      <a:pt x="1387" y="3655"/>
                    </a:cubicBezTo>
                    <a:lnTo>
                      <a:pt x="13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697;p45">
                <a:extLst>
                  <a:ext uri="{FF2B5EF4-FFF2-40B4-BE49-F238E27FC236}">
                    <a16:creationId xmlns:a16="http://schemas.microsoft.com/office/drawing/2014/main" id="{EB32B4B2-1008-B7C9-9417-1283C3B9317B}"/>
                  </a:ext>
                </a:extLst>
              </p:cNvPr>
              <p:cNvSpPr/>
              <p:nvPr/>
            </p:nvSpPr>
            <p:spPr>
              <a:xfrm>
                <a:off x="4628325" y="3777825"/>
                <a:ext cx="34675" cy="1166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4664" extrusionOk="0">
                    <a:moveTo>
                      <a:pt x="1" y="0"/>
                    </a:moveTo>
                    <a:lnTo>
                      <a:pt x="1" y="3655"/>
                    </a:lnTo>
                    <a:cubicBezTo>
                      <a:pt x="1" y="4222"/>
                      <a:pt x="442" y="4663"/>
                      <a:pt x="1009" y="4663"/>
                    </a:cubicBezTo>
                    <a:lnTo>
                      <a:pt x="1387" y="4663"/>
                    </a:lnTo>
                    <a:lnTo>
                      <a:pt x="1387" y="504"/>
                    </a:lnTo>
                    <a:cubicBezTo>
                      <a:pt x="851" y="504"/>
                      <a:pt x="379" y="315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698;p45">
                <a:extLst>
                  <a:ext uri="{FF2B5EF4-FFF2-40B4-BE49-F238E27FC236}">
                    <a16:creationId xmlns:a16="http://schemas.microsoft.com/office/drawing/2014/main" id="{D5B2DD9F-C453-3523-E966-E6F50B121A0D}"/>
                  </a:ext>
                </a:extLst>
              </p:cNvPr>
              <p:cNvSpPr/>
              <p:nvPr/>
            </p:nvSpPr>
            <p:spPr>
              <a:xfrm>
                <a:off x="4766950" y="3790425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1" y="0"/>
                    </a:moveTo>
                    <a:lnTo>
                      <a:pt x="1" y="347"/>
                    </a:lnTo>
                    <a:cubicBezTo>
                      <a:pt x="1" y="568"/>
                      <a:pt x="158" y="725"/>
                      <a:pt x="347" y="725"/>
                    </a:cubicBezTo>
                    <a:cubicBezTo>
                      <a:pt x="568" y="725"/>
                      <a:pt x="694" y="568"/>
                      <a:pt x="694" y="347"/>
                    </a:cubicBezTo>
                    <a:lnTo>
                      <a:pt x="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699;p45">
                <a:extLst>
                  <a:ext uri="{FF2B5EF4-FFF2-40B4-BE49-F238E27FC236}">
                    <a16:creationId xmlns:a16="http://schemas.microsoft.com/office/drawing/2014/main" id="{C1FBDE0A-57D9-A3E2-223C-F6251CF34218}"/>
                  </a:ext>
                </a:extLst>
              </p:cNvPr>
              <p:cNvSpPr/>
              <p:nvPr/>
            </p:nvSpPr>
            <p:spPr>
              <a:xfrm>
                <a:off x="4889025" y="3686450"/>
                <a:ext cx="34700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1388" h="3467" extrusionOk="0">
                    <a:moveTo>
                      <a:pt x="1" y="1"/>
                    </a:moveTo>
                    <a:lnTo>
                      <a:pt x="1" y="3466"/>
                    </a:lnTo>
                    <a:cubicBezTo>
                      <a:pt x="347" y="3466"/>
                      <a:pt x="662" y="3340"/>
                      <a:pt x="946" y="3088"/>
                    </a:cubicBezTo>
                    <a:cubicBezTo>
                      <a:pt x="1229" y="2836"/>
                      <a:pt x="1387" y="2458"/>
                      <a:pt x="1387" y="2080"/>
                    </a:cubicBezTo>
                    <a:lnTo>
                      <a:pt x="1387" y="1040"/>
                    </a:lnTo>
                    <a:cubicBezTo>
                      <a:pt x="1387" y="442"/>
                      <a:pt x="914" y="1"/>
                      <a:pt x="34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700;p45">
                <a:extLst>
                  <a:ext uri="{FF2B5EF4-FFF2-40B4-BE49-F238E27FC236}">
                    <a16:creationId xmlns:a16="http://schemas.microsoft.com/office/drawing/2014/main" id="{121F3C6D-1F2A-6986-E21E-C10CE3B793C2}"/>
                  </a:ext>
                </a:extLst>
              </p:cNvPr>
              <p:cNvSpPr/>
              <p:nvPr/>
            </p:nvSpPr>
            <p:spPr>
              <a:xfrm>
                <a:off x="4714975" y="3790425"/>
                <a:ext cx="122100" cy="104000"/>
              </a:xfrm>
              <a:custGeom>
                <a:avLst/>
                <a:gdLst/>
                <a:ahLst/>
                <a:cxnLst/>
                <a:rect l="l" t="t" r="r" b="b"/>
                <a:pathLst>
                  <a:path w="4884" h="4160" extrusionOk="0">
                    <a:moveTo>
                      <a:pt x="0" y="0"/>
                    </a:moveTo>
                    <a:lnTo>
                      <a:pt x="0" y="4159"/>
                    </a:lnTo>
                    <a:lnTo>
                      <a:pt x="4883" y="4159"/>
                    </a:lnTo>
                    <a:lnTo>
                      <a:pt x="4883" y="0"/>
                    </a:lnTo>
                    <a:lnTo>
                      <a:pt x="3466" y="0"/>
                    </a:lnTo>
                    <a:lnTo>
                      <a:pt x="3466" y="347"/>
                    </a:lnTo>
                    <a:cubicBezTo>
                      <a:pt x="3466" y="946"/>
                      <a:pt x="2993" y="1387"/>
                      <a:pt x="2426" y="1387"/>
                    </a:cubicBezTo>
                    <a:cubicBezTo>
                      <a:pt x="1827" y="1387"/>
                      <a:pt x="1418" y="914"/>
                      <a:pt x="1418" y="347"/>
                    </a:cubicBezTo>
                    <a:lnTo>
                      <a:pt x="14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701;p45">
                <a:extLst>
                  <a:ext uri="{FF2B5EF4-FFF2-40B4-BE49-F238E27FC236}">
                    <a16:creationId xmlns:a16="http://schemas.microsoft.com/office/drawing/2014/main" id="{EA46583E-64E2-3419-7320-256EA7462CBF}"/>
                  </a:ext>
                </a:extLst>
              </p:cNvPr>
              <p:cNvSpPr/>
              <p:nvPr/>
            </p:nvSpPr>
            <p:spPr>
              <a:xfrm>
                <a:off x="4714175" y="3599825"/>
                <a:ext cx="122100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4884" h="2773" extrusionOk="0">
                    <a:moveTo>
                      <a:pt x="2427" y="0"/>
                    </a:moveTo>
                    <a:cubicBezTo>
                      <a:pt x="1103" y="0"/>
                      <a:pt x="1" y="1103"/>
                      <a:pt x="1" y="2426"/>
                    </a:cubicBezTo>
                    <a:lnTo>
                      <a:pt x="1" y="2773"/>
                    </a:lnTo>
                    <a:lnTo>
                      <a:pt x="1355" y="2773"/>
                    </a:lnTo>
                    <a:lnTo>
                      <a:pt x="1355" y="2426"/>
                    </a:lnTo>
                    <a:cubicBezTo>
                      <a:pt x="1355" y="1828"/>
                      <a:pt x="1828" y="1418"/>
                      <a:pt x="2395" y="1418"/>
                    </a:cubicBezTo>
                    <a:cubicBezTo>
                      <a:pt x="2994" y="1418"/>
                      <a:pt x="3403" y="1891"/>
                      <a:pt x="3403" y="2426"/>
                    </a:cubicBezTo>
                    <a:lnTo>
                      <a:pt x="3403" y="2773"/>
                    </a:lnTo>
                    <a:lnTo>
                      <a:pt x="4884" y="2773"/>
                    </a:lnTo>
                    <a:lnTo>
                      <a:pt x="4884" y="2426"/>
                    </a:lnTo>
                    <a:cubicBezTo>
                      <a:pt x="4884" y="1103"/>
                      <a:pt x="3781" y="0"/>
                      <a:pt x="242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" name="Google Shape;702;p45">
            <a:extLst>
              <a:ext uri="{FF2B5EF4-FFF2-40B4-BE49-F238E27FC236}">
                <a16:creationId xmlns:a16="http://schemas.microsoft.com/office/drawing/2014/main" id="{9ECDD6B2-B945-57FA-E7CD-61383E30BE41}"/>
              </a:ext>
            </a:extLst>
          </p:cNvPr>
          <p:cNvGrpSpPr/>
          <p:nvPr/>
        </p:nvGrpSpPr>
        <p:grpSpPr>
          <a:xfrm>
            <a:off x="5330743" y="2188704"/>
            <a:ext cx="2001014" cy="1106717"/>
            <a:chOff x="6879411" y="2843985"/>
            <a:chExt cx="1404319" cy="776643"/>
          </a:xfrm>
        </p:grpSpPr>
        <p:grpSp>
          <p:nvGrpSpPr>
            <p:cNvPr id="24" name="Google Shape;703;p45">
              <a:extLst>
                <a:ext uri="{FF2B5EF4-FFF2-40B4-BE49-F238E27FC236}">
                  <a16:creationId xmlns:a16="http://schemas.microsoft.com/office/drawing/2014/main" id="{27507E8A-6B57-6905-B8AC-3E6424E4F8D8}"/>
                </a:ext>
              </a:extLst>
            </p:cNvPr>
            <p:cNvGrpSpPr/>
            <p:nvPr/>
          </p:nvGrpSpPr>
          <p:grpSpPr>
            <a:xfrm>
              <a:off x="6879411" y="2843985"/>
              <a:ext cx="1404319" cy="776643"/>
              <a:chOff x="4202297" y="-1870275"/>
              <a:chExt cx="2538997" cy="1404164"/>
            </a:xfrm>
          </p:grpSpPr>
          <p:sp>
            <p:nvSpPr>
              <p:cNvPr id="31" name="Google Shape;704;p45">
                <a:extLst>
                  <a:ext uri="{FF2B5EF4-FFF2-40B4-BE49-F238E27FC236}">
                    <a16:creationId xmlns:a16="http://schemas.microsoft.com/office/drawing/2014/main" id="{718C7AC8-6B71-000A-4564-68DD0B8A61D5}"/>
                  </a:ext>
                </a:extLst>
              </p:cNvPr>
              <p:cNvSpPr/>
              <p:nvPr/>
            </p:nvSpPr>
            <p:spPr>
              <a:xfrm>
                <a:off x="4202297" y="-1870275"/>
                <a:ext cx="2538997" cy="227172"/>
              </a:xfrm>
              <a:custGeom>
                <a:avLst/>
                <a:gdLst/>
                <a:ahLst/>
                <a:cxnLst/>
                <a:rect l="l" t="t" r="r" b="b"/>
                <a:pathLst>
                  <a:path w="133649" h="11958" extrusionOk="0">
                    <a:moveTo>
                      <a:pt x="4983" y="0"/>
                    </a:moveTo>
                    <a:cubicBezTo>
                      <a:pt x="2232" y="0"/>
                      <a:pt x="0" y="2232"/>
                      <a:pt x="0" y="4983"/>
                    </a:cubicBezTo>
                    <a:lnTo>
                      <a:pt x="0" y="11958"/>
                    </a:lnTo>
                    <a:lnTo>
                      <a:pt x="133648" y="11958"/>
                    </a:lnTo>
                    <a:lnTo>
                      <a:pt x="133648" y="4983"/>
                    </a:lnTo>
                    <a:cubicBezTo>
                      <a:pt x="133648" y="2232"/>
                      <a:pt x="131419" y="0"/>
                      <a:pt x="1286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2"/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705;p45">
                <a:extLst>
                  <a:ext uri="{FF2B5EF4-FFF2-40B4-BE49-F238E27FC236}">
                    <a16:creationId xmlns:a16="http://schemas.microsoft.com/office/drawing/2014/main" id="{EB9A3FFD-970E-5B49-10FA-7FC243FDEEC6}"/>
                  </a:ext>
                </a:extLst>
              </p:cNvPr>
              <p:cNvSpPr/>
              <p:nvPr/>
            </p:nvSpPr>
            <p:spPr>
              <a:xfrm>
                <a:off x="4202297" y="-1643101"/>
                <a:ext cx="2538997" cy="1176990"/>
              </a:xfrm>
              <a:custGeom>
                <a:avLst/>
                <a:gdLst/>
                <a:ahLst/>
                <a:cxnLst/>
                <a:rect l="l" t="t" r="r" b="b"/>
                <a:pathLst>
                  <a:path w="133649" h="61955" extrusionOk="0">
                    <a:moveTo>
                      <a:pt x="0" y="0"/>
                    </a:moveTo>
                    <a:lnTo>
                      <a:pt x="0" y="56971"/>
                    </a:lnTo>
                    <a:cubicBezTo>
                      <a:pt x="0" y="59722"/>
                      <a:pt x="2232" y="61954"/>
                      <a:pt x="4983" y="61954"/>
                    </a:cubicBezTo>
                    <a:lnTo>
                      <a:pt x="128665" y="61954"/>
                    </a:lnTo>
                    <a:cubicBezTo>
                      <a:pt x="131419" y="61954"/>
                      <a:pt x="133648" y="59722"/>
                      <a:pt x="133648" y="56971"/>
                    </a:cubicBezTo>
                    <a:lnTo>
                      <a:pt x="13364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706;p45">
                <a:extLst>
                  <a:ext uri="{FF2B5EF4-FFF2-40B4-BE49-F238E27FC236}">
                    <a16:creationId xmlns:a16="http://schemas.microsoft.com/office/drawing/2014/main" id="{6ECAA99C-1CA4-2FA1-006A-6891F0FFDB1D}"/>
                  </a:ext>
                </a:extLst>
              </p:cNvPr>
              <p:cNvSpPr/>
              <p:nvPr/>
            </p:nvSpPr>
            <p:spPr>
              <a:xfrm>
                <a:off x="4284841" y="-1807298"/>
                <a:ext cx="71583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768" extrusionOk="0">
                    <a:moveTo>
                      <a:pt x="1882" y="0"/>
                    </a:moveTo>
                    <a:cubicBezTo>
                      <a:pt x="844" y="0"/>
                      <a:pt x="0" y="844"/>
                      <a:pt x="0" y="1882"/>
                    </a:cubicBezTo>
                    <a:cubicBezTo>
                      <a:pt x="0" y="2924"/>
                      <a:pt x="844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707;p45">
                <a:extLst>
                  <a:ext uri="{FF2B5EF4-FFF2-40B4-BE49-F238E27FC236}">
                    <a16:creationId xmlns:a16="http://schemas.microsoft.com/office/drawing/2014/main" id="{A8C86075-EBEC-504D-C64A-4226CAA4B704}"/>
                  </a:ext>
                </a:extLst>
              </p:cNvPr>
              <p:cNvSpPr/>
              <p:nvPr/>
            </p:nvSpPr>
            <p:spPr>
              <a:xfrm>
                <a:off x="4447574" y="-1807298"/>
                <a:ext cx="71583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768" extrusionOk="0">
                    <a:moveTo>
                      <a:pt x="1883" y="0"/>
                    </a:moveTo>
                    <a:cubicBezTo>
                      <a:pt x="844" y="0"/>
                      <a:pt x="1" y="844"/>
                      <a:pt x="1" y="1882"/>
                    </a:cubicBezTo>
                    <a:cubicBezTo>
                      <a:pt x="1" y="2924"/>
                      <a:pt x="844" y="3767"/>
                      <a:pt x="1883" y="3767"/>
                    </a:cubicBezTo>
                    <a:cubicBezTo>
                      <a:pt x="2924" y="3767"/>
                      <a:pt x="3768" y="2924"/>
                      <a:pt x="3768" y="1882"/>
                    </a:cubicBezTo>
                    <a:cubicBezTo>
                      <a:pt x="3768" y="844"/>
                      <a:pt x="2924" y="0"/>
                      <a:pt x="18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708;p45">
                <a:extLst>
                  <a:ext uri="{FF2B5EF4-FFF2-40B4-BE49-F238E27FC236}">
                    <a16:creationId xmlns:a16="http://schemas.microsoft.com/office/drawing/2014/main" id="{CC815725-5A93-E98D-A7AF-39E2381FDA11}"/>
                  </a:ext>
                </a:extLst>
              </p:cNvPr>
              <p:cNvSpPr/>
              <p:nvPr/>
            </p:nvSpPr>
            <p:spPr>
              <a:xfrm>
                <a:off x="4610326" y="-1807298"/>
                <a:ext cx="71564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7" h="3768" extrusionOk="0">
                    <a:moveTo>
                      <a:pt x="1882" y="0"/>
                    </a:moveTo>
                    <a:cubicBezTo>
                      <a:pt x="841" y="0"/>
                      <a:pt x="0" y="844"/>
                      <a:pt x="0" y="1882"/>
                    </a:cubicBezTo>
                    <a:cubicBezTo>
                      <a:pt x="0" y="2924"/>
                      <a:pt x="841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709;p45">
              <a:extLst>
                <a:ext uri="{FF2B5EF4-FFF2-40B4-BE49-F238E27FC236}">
                  <a16:creationId xmlns:a16="http://schemas.microsoft.com/office/drawing/2014/main" id="{BE764055-0E96-5FE7-210C-2AC2380FC2F5}"/>
                </a:ext>
              </a:extLst>
            </p:cNvPr>
            <p:cNvGrpSpPr/>
            <p:nvPr/>
          </p:nvGrpSpPr>
          <p:grpSpPr>
            <a:xfrm flipH="1">
              <a:off x="7727981" y="3082508"/>
              <a:ext cx="395014" cy="409310"/>
              <a:chOff x="3357325" y="2093500"/>
              <a:chExt cx="311525" cy="322825"/>
            </a:xfrm>
          </p:grpSpPr>
          <p:sp>
            <p:nvSpPr>
              <p:cNvPr id="28" name="Google Shape;710;p45">
                <a:extLst>
                  <a:ext uri="{FF2B5EF4-FFF2-40B4-BE49-F238E27FC236}">
                    <a16:creationId xmlns:a16="http://schemas.microsoft.com/office/drawing/2014/main" id="{159D1143-46AA-8D30-3FA8-29D783F2894E}"/>
                  </a:ext>
                </a:extLst>
              </p:cNvPr>
              <p:cNvSpPr/>
              <p:nvPr/>
            </p:nvSpPr>
            <p:spPr>
              <a:xfrm>
                <a:off x="3357325" y="2210550"/>
                <a:ext cx="85700" cy="205775"/>
              </a:xfrm>
              <a:custGeom>
                <a:avLst/>
                <a:gdLst/>
                <a:ahLst/>
                <a:cxnLst/>
                <a:rect l="l" t="t" r="r" b="b"/>
                <a:pathLst>
                  <a:path w="3428" h="8231" extrusionOk="0">
                    <a:moveTo>
                      <a:pt x="566" y="1"/>
                    </a:moveTo>
                    <a:cubicBezTo>
                      <a:pt x="253" y="1"/>
                      <a:pt x="0" y="251"/>
                      <a:pt x="0" y="564"/>
                    </a:cubicBezTo>
                    <a:lnTo>
                      <a:pt x="0" y="7664"/>
                    </a:lnTo>
                    <a:cubicBezTo>
                      <a:pt x="0" y="7978"/>
                      <a:pt x="253" y="8231"/>
                      <a:pt x="566" y="8231"/>
                    </a:cubicBezTo>
                    <a:lnTo>
                      <a:pt x="2861" y="8231"/>
                    </a:lnTo>
                    <a:cubicBezTo>
                      <a:pt x="3174" y="8231"/>
                      <a:pt x="3427" y="7978"/>
                      <a:pt x="3427" y="7664"/>
                    </a:cubicBezTo>
                    <a:lnTo>
                      <a:pt x="3427" y="564"/>
                    </a:lnTo>
                    <a:cubicBezTo>
                      <a:pt x="3427" y="251"/>
                      <a:pt x="3174" y="1"/>
                      <a:pt x="28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" name="Google Shape;711;p45">
                <a:extLst>
                  <a:ext uri="{FF2B5EF4-FFF2-40B4-BE49-F238E27FC236}">
                    <a16:creationId xmlns:a16="http://schemas.microsoft.com/office/drawing/2014/main" id="{C7F14BEA-00E1-4E60-7314-FB59A6CF9F10}"/>
                  </a:ext>
                </a:extLst>
              </p:cNvPr>
              <p:cNvSpPr/>
              <p:nvPr/>
            </p:nvSpPr>
            <p:spPr>
              <a:xfrm>
                <a:off x="3471225" y="2152075"/>
                <a:ext cx="84725" cy="264250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570" extrusionOk="0">
                    <a:moveTo>
                      <a:pt x="563" y="0"/>
                    </a:moveTo>
                    <a:cubicBezTo>
                      <a:pt x="253" y="0"/>
                      <a:pt x="0" y="250"/>
                      <a:pt x="0" y="563"/>
                    </a:cubicBezTo>
                    <a:lnTo>
                      <a:pt x="0" y="10003"/>
                    </a:lnTo>
                    <a:cubicBezTo>
                      <a:pt x="0" y="10317"/>
                      <a:pt x="253" y="10570"/>
                      <a:pt x="563" y="10570"/>
                    </a:cubicBezTo>
                    <a:lnTo>
                      <a:pt x="2822" y="10570"/>
                    </a:lnTo>
                    <a:cubicBezTo>
                      <a:pt x="3135" y="10570"/>
                      <a:pt x="3388" y="10317"/>
                      <a:pt x="3388" y="10003"/>
                    </a:cubicBezTo>
                    <a:lnTo>
                      <a:pt x="3388" y="563"/>
                    </a:lnTo>
                    <a:cubicBezTo>
                      <a:pt x="3388" y="250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0" name="Google Shape;712;p45">
                <a:extLst>
                  <a:ext uri="{FF2B5EF4-FFF2-40B4-BE49-F238E27FC236}">
                    <a16:creationId xmlns:a16="http://schemas.microsoft.com/office/drawing/2014/main" id="{A37C4F36-F166-06AE-5BA4-2AD7FC193915}"/>
                  </a:ext>
                </a:extLst>
              </p:cNvPr>
              <p:cNvSpPr/>
              <p:nvPr/>
            </p:nvSpPr>
            <p:spPr>
              <a:xfrm>
                <a:off x="3584150" y="2093500"/>
                <a:ext cx="84700" cy="322825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12913" extrusionOk="0">
                    <a:moveTo>
                      <a:pt x="563" y="0"/>
                    </a:moveTo>
                    <a:cubicBezTo>
                      <a:pt x="253" y="0"/>
                      <a:pt x="0" y="253"/>
                      <a:pt x="0" y="566"/>
                    </a:cubicBezTo>
                    <a:lnTo>
                      <a:pt x="0" y="12346"/>
                    </a:lnTo>
                    <a:cubicBezTo>
                      <a:pt x="0" y="12660"/>
                      <a:pt x="253" y="12913"/>
                      <a:pt x="563" y="12913"/>
                    </a:cubicBezTo>
                    <a:lnTo>
                      <a:pt x="2822" y="12913"/>
                    </a:lnTo>
                    <a:cubicBezTo>
                      <a:pt x="3135" y="12913"/>
                      <a:pt x="3388" y="12660"/>
                      <a:pt x="3388" y="12346"/>
                    </a:cubicBezTo>
                    <a:lnTo>
                      <a:pt x="3388" y="566"/>
                    </a:lnTo>
                    <a:cubicBezTo>
                      <a:pt x="3388" y="253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26" name="Google Shape;713;p45">
              <a:extLst>
                <a:ext uri="{FF2B5EF4-FFF2-40B4-BE49-F238E27FC236}">
                  <a16:creationId xmlns:a16="http://schemas.microsoft.com/office/drawing/2014/main" id="{31C362A3-FD45-4331-A185-FCDCFC022DB2}"/>
                </a:ext>
              </a:extLst>
            </p:cNvPr>
            <p:cNvSpPr/>
            <p:nvPr/>
          </p:nvSpPr>
          <p:spPr>
            <a:xfrm>
              <a:off x="7040399" y="3082527"/>
              <a:ext cx="563400" cy="77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14;p45">
              <a:extLst>
                <a:ext uri="{FF2B5EF4-FFF2-40B4-BE49-F238E27FC236}">
                  <a16:creationId xmlns:a16="http://schemas.microsoft.com/office/drawing/2014/main" id="{CC4132AC-ACE9-B52B-F0F0-6EF5165961BB}"/>
                </a:ext>
              </a:extLst>
            </p:cNvPr>
            <p:cNvSpPr/>
            <p:nvPr/>
          </p:nvSpPr>
          <p:spPr>
            <a:xfrm>
              <a:off x="7040399" y="3195879"/>
              <a:ext cx="563400" cy="296100"/>
            </a:xfrm>
            <a:prstGeom prst="roundRect">
              <a:avLst>
                <a:gd name="adj" fmla="val 17271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715;p45">
            <a:extLst>
              <a:ext uri="{FF2B5EF4-FFF2-40B4-BE49-F238E27FC236}">
                <a16:creationId xmlns:a16="http://schemas.microsoft.com/office/drawing/2014/main" id="{7A00AD1F-E087-FB30-CFAF-AF35B5BDAD5D}"/>
              </a:ext>
            </a:extLst>
          </p:cNvPr>
          <p:cNvGrpSpPr/>
          <p:nvPr/>
        </p:nvGrpSpPr>
        <p:grpSpPr>
          <a:xfrm>
            <a:off x="6343074" y="1848076"/>
            <a:ext cx="1326801" cy="733850"/>
            <a:chOff x="6879411" y="2843985"/>
            <a:chExt cx="1404319" cy="776643"/>
          </a:xfrm>
        </p:grpSpPr>
        <p:grpSp>
          <p:nvGrpSpPr>
            <p:cNvPr id="37" name="Google Shape;716;p45">
              <a:extLst>
                <a:ext uri="{FF2B5EF4-FFF2-40B4-BE49-F238E27FC236}">
                  <a16:creationId xmlns:a16="http://schemas.microsoft.com/office/drawing/2014/main" id="{48A2B694-FD0E-29F5-E886-FC1BF136F407}"/>
                </a:ext>
              </a:extLst>
            </p:cNvPr>
            <p:cNvGrpSpPr/>
            <p:nvPr/>
          </p:nvGrpSpPr>
          <p:grpSpPr>
            <a:xfrm>
              <a:off x="6879411" y="2843985"/>
              <a:ext cx="1404319" cy="776643"/>
              <a:chOff x="4202297" y="-1870275"/>
              <a:chExt cx="2538997" cy="1404164"/>
            </a:xfrm>
          </p:grpSpPr>
          <p:sp>
            <p:nvSpPr>
              <p:cNvPr id="44" name="Google Shape;717;p45">
                <a:extLst>
                  <a:ext uri="{FF2B5EF4-FFF2-40B4-BE49-F238E27FC236}">
                    <a16:creationId xmlns:a16="http://schemas.microsoft.com/office/drawing/2014/main" id="{55C935C8-6032-FDCC-5900-7BABE591F428}"/>
                  </a:ext>
                </a:extLst>
              </p:cNvPr>
              <p:cNvSpPr/>
              <p:nvPr/>
            </p:nvSpPr>
            <p:spPr>
              <a:xfrm>
                <a:off x="4202297" y="-1870275"/>
                <a:ext cx="2538997" cy="227172"/>
              </a:xfrm>
              <a:custGeom>
                <a:avLst/>
                <a:gdLst/>
                <a:ahLst/>
                <a:cxnLst/>
                <a:rect l="l" t="t" r="r" b="b"/>
                <a:pathLst>
                  <a:path w="133649" h="11958" extrusionOk="0">
                    <a:moveTo>
                      <a:pt x="4983" y="0"/>
                    </a:moveTo>
                    <a:cubicBezTo>
                      <a:pt x="2232" y="0"/>
                      <a:pt x="0" y="2232"/>
                      <a:pt x="0" y="4983"/>
                    </a:cubicBezTo>
                    <a:lnTo>
                      <a:pt x="0" y="11958"/>
                    </a:lnTo>
                    <a:lnTo>
                      <a:pt x="133648" y="11958"/>
                    </a:lnTo>
                    <a:lnTo>
                      <a:pt x="133648" y="4983"/>
                    </a:lnTo>
                    <a:cubicBezTo>
                      <a:pt x="133648" y="2232"/>
                      <a:pt x="131419" y="0"/>
                      <a:pt x="1286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2"/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718;p45">
                <a:extLst>
                  <a:ext uri="{FF2B5EF4-FFF2-40B4-BE49-F238E27FC236}">
                    <a16:creationId xmlns:a16="http://schemas.microsoft.com/office/drawing/2014/main" id="{4DD61DE7-CC01-B051-BC0F-E85E1ABE2B92}"/>
                  </a:ext>
                </a:extLst>
              </p:cNvPr>
              <p:cNvSpPr/>
              <p:nvPr/>
            </p:nvSpPr>
            <p:spPr>
              <a:xfrm>
                <a:off x="4202297" y="-1643101"/>
                <a:ext cx="2538997" cy="1176990"/>
              </a:xfrm>
              <a:custGeom>
                <a:avLst/>
                <a:gdLst/>
                <a:ahLst/>
                <a:cxnLst/>
                <a:rect l="l" t="t" r="r" b="b"/>
                <a:pathLst>
                  <a:path w="133649" h="61955" extrusionOk="0">
                    <a:moveTo>
                      <a:pt x="0" y="0"/>
                    </a:moveTo>
                    <a:lnTo>
                      <a:pt x="0" y="56971"/>
                    </a:lnTo>
                    <a:cubicBezTo>
                      <a:pt x="0" y="59722"/>
                      <a:pt x="2232" y="61954"/>
                      <a:pt x="4983" y="61954"/>
                    </a:cubicBezTo>
                    <a:lnTo>
                      <a:pt x="128665" y="61954"/>
                    </a:lnTo>
                    <a:cubicBezTo>
                      <a:pt x="131419" y="61954"/>
                      <a:pt x="133648" y="59722"/>
                      <a:pt x="133648" y="56971"/>
                    </a:cubicBezTo>
                    <a:lnTo>
                      <a:pt x="13364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719;p45">
                <a:extLst>
                  <a:ext uri="{FF2B5EF4-FFF2-40B4-BE49-F238E27FC236}">
                    <a16:creationId xmlns:a16="http://schemas.microsoft.com/office/drawing/2014/main" id="{A152E00F-5780-ED98-AC90-38532F76E37F}"/>
                  </a:ext>
                </a:extLst>
              </p:cNvPr>
              <p:cNvSpPr/>
              <p:nvPr/>
            </p:nvSpPr>
            <p:spPr>
              <a:xfrm>
                <a:off x="4284841" y="-1807298"/>
                <a:ext cx="71583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768" extrusionOk="0">
                    <a:moveTo>
                      <a:pt x="1882" y="0"/>
                    </a:moveTo>
                    <a:cubicBezTo>
                      <a:pt x="844" y="0"/>
                      <a:pt x="0" y="844"/>
                      <a:pt x="0" y="1882"/>
                    </a:cubicBezTo>
                    <a:cubicBezTo>
                      <a:pt x="0" y="2924"/>
                      <a:pt x="844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720;p45">
                <a:extLst>
                  <a:ext uri="{FF2B5EF4-FFF2-40B4-BE49-F238E27FC236}">
                    <a16:creationId xmlns:a16="http://schemas.microsoft.com/office/drawing/2014/main" id="{0D9E4D9B-9F3C-DF37-2F7A-D69160FD73B2}"/>
                  </a:ext>
                </a:extLst>
              </p:cNvPr>
              <p:cNvSpPr/>
              <p:nvPr/>
            </p:nvSpPr>
            <p:spPr>
              <a:xfrm>
                <a:off x="4447574" y="-1807298"/>
                <a:ext cx="71583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3768" extrusionOk="0">
                    <a:moveTo>
                      <a:pt x="1883" y="0"/>
                    </a:moveTo>
                    <a:cubicBezTo>
                      <a:pt x="844" y="0"/>
                      <a:pt x="1" y="844"/>
                      <a:pt x="1" y="1882"/>
                    </a:cubicBezTo>
                    <a:cubicBezTo>
                      <a:pt x="1" y="2924"/>
                      <a:pt x="844" y="3767"/>
                      <a:pt x="1883" y="3767"/>
                    </a:cubicBezTo>
                    <a:cubicBezTo>
                      <a:pt x="2924" y="3767"/>
                      <a:pt x="3768" y="2924"/>
                      <a:pt x="3768" y="1882"/>
                    </a:cubicBezTo>
                    <a:cubicBezTo>
                      <a:pt x="3768" y="844"/>
                      <a:pt x="2924" y="0"/>
                      <a:pt x="188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721;p45">
                <a:extLst>
                  <a:ext uri="{FF2B5EF4-FFF2-40B4-BE49-F238E27FC236}">
                    <a16:creationId xmlns:a16="http://schemas.microsoft.com/office/drawing/2014/main" id="{B79618CC-CC38-BE79-80BA-53CED0E57AFF}"/>
                  </a:ext>
                </a:extLst>
              </p:cNvPr>
              <p:cNvSpPr/>
              <p:nvPr/>
            </p:nvSpPr>
            <p:spPr>
              <a:xfrm>
                <a:off x="4610326" y="-1807298"/>
                <a:ext cx="71564" cy="71583"/>
              </a:xfrm>
              <a:custGeom>
                <a:avLst/>
                <a:gdLst/>
                <a:ahLst/>
                <a:cxnLst/>
                <a:rect l="l" t="t" r="r" b="b"/>
                <a:pathLst>
                  <a:path w="3767" h="3768" extrusionOk="0">
                    <a:moveTo>
                      <a:pt x="1882" y="0"/>
                    </a:moveTo>
                    <a:cubicBezTo>
                      <a:pt x="841" y="0"/>
                      <a:pt x="0" y="844"/>
                      <a:pt x="0" y="1882"/>
                    </a:cubicBezTo>
                    <a:cubicBezTo>
                      <a:pt x="0" y="2924"/>
                      <a:pt x="841" y="3767"/>
                      <a:pt x="1882" y="3767"/>
                    </a:cubicBezTo>
                    <a:cubicBezTo>
                      <a:pt x="2923" y="3767"/>
                      <a:pt x="3767" y="2924"/>
                      <a:pt x="3767" y="1882"/>
                    </a:cubicBezTo>
                    <a:cubicBezTo>
                      <a:pt x="3767" y="844"/>
                      <a:pt x="2923" y="0"/>
                      <a:pt x="1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" name="Google Shape;722;p45">
              <a:extLst>
                <a:ext uri="{FF2B5EF4-FFF2-40B4-BE49-F238E27FC236}">
                  <a16:creationId xmlns:a16="http://schemas.microsoft.com/office/drawing/2014/main" id="{19965A86-09FC-0718-11BB-B92C2B85F55A}"/>
                </a:ext>
              </a:extLst>
            </p:cNvPr>
            <p:cNvGrpSpPr/>
            <p:nvPr/>
          </p:nvGrpSpPr>
          <p:grpSpPr>
            <a:xfrm flipH="1">
              <a:off x="7727981" y="3082508"/>
              <a:ext cx="395014" cy="409310"/>
              <a:chOff x="3357325" y="2093500"/>
              <a:chExt cx="311525" cy="322825"/>
            </a:xfrm>
          </p:grpSpPr>
          <p:sp>
            <p:nvSpPr>
              <p:cNvPr id="41" name="Google Shape;723;p45">
                <a:extLst>
                  <a:ext uri="{FF2B5EF4-FFF2-40B4-BE49-F238E27FC236}">
                    <a16:creationId xmlns:a16="http://schemas.microsoft.com/office/drawing/2014/main" id="{5541DDC2-A759-439C-C6AA-52AE50F70C04}"/>
                  </a:ext>
                </a:extLst>
              </p:cNvPr>
              <p:cNvSpPr/>
              <p:nvPr/>
            </p:nvSpPr>
            <p:spPr>
              <a:xfrm>
                <a:off x="3357325" y="2210550"/>
                <a:ext cx="85700" cy="205775"/>
              </a:xfrm>
              <a:custGeom>
                <a:avLst/>
                <a:gdLst/>
                <a:ahLst/>
                <a:cxnLst/>
                <a:rect l="l" t="t" r="r" b="b"/>
                <a:pathLst>
                  <a:path w="3428" h="8231" extrusionOk="0">
                    <a:moveTo>
                      <a:pt x="566" y="1"/>
                    </a:moveTo>
                    <a:cubicBezTo>
                      <a:pt x="253" y="1"/>
                      <a:pt x="0" y="251"/>
                      <a:pt x="0" y="564"/>
                    </a:cubicBezTo>
                    <a:lnTo>
                      <a:pt x="0" y="7664"/>
                    </a:lnTo>
                    <a:cubicBezTo>
                      <a:pt x="0" y="7978"/>
                      <a:pt x="253" y="8231"/>
                      <a:pt x="566" y="8231"/>
                    </a:cubicBezTo>
                    <a:lnTo>
                      <a:pt x="2861" y="8231"/>
                    </a:lnTo>
                    <a:cubicBezTo>
                      <a:pt x="3174" y="8231"/>
                      <a:pt x="3427" y="7978"/>
                      <a:pt x="3427" y="7664"/>
                    </a:cubicBezTo>
                    <a:lnTo>
                      <a:pt x="3427" y="564"/>
                    </a:lnTo>
                    <a:cubicBezTo>
                      <a:pt x="3427" y="251"/>
                      <a:pt x="3174" y="1"/>
                      <a:pt x="28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42" name="Google Shape;724;p45">
                <a:extLst>
                  <a:ext uri="{FF2B5EF4-FFF2-40B4-BE49-F238E27FC236}">
                    <a16:creationId xmlns:a16="http://schemas.microsoft.com/office/drawing/2014/main" id="{47C60850-7D34-7A43-B057-5F94F9B006F8}"/>
                  </a:ext>
                </a:extLst>
              </p:cNvPr>
              <p:cNvSpPr/>
              <p:nvPr/>
            </p:nvSpPr>
            <p:spPr>
              <a:xfrm>
                <a:off x="3471225" y="2152075"/>
                <a:ext cx="84725" cy="264250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570" extrusionOk="0">
                    <a:moveTo>
                      <a:pt x="563" y="0"/>
                    </a:moveTo>
                    <a:cubicBezTo>
                      <a:pt x="253" y="0"/>
                      <a:pt x="0" y="250"/>
                      <a:pt x="0" y="563"/>
                    </a:cubicBezTo>
                    <a:lnTo>
                      <a:pt x="0" y="10003"/>
                    </a:lnTo>
                    <a:cubicBezTo>
                      <a:pt x="0" y="10317"/>
                      <a:pt x="253" y="10570"/>
                      <a:pt x="563" y="10570"/>
                    </a:cubicBezTo>
                    <a:lnTo>
                      <a:pt x="2822" y="10570"/>
                    </a:lnTo>
                    <a:cubicBezTo>
                      <a:pt x="3135" y="10570"/>
                      <a:pt x="3388" y="10317"/>
                      <a:pt x="3388" y="10003"/>
                    </a:cubicBezTo>
                    <a:lnTo>
                      <a:pt x="3388" y="563"/>
                    </a:lnTo>
                    <a:cubicBezTo>
                      <a:pt x="3388" y="250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43" name="Google Shape;725;p45">
                <a:extLst>
                  <a:ext uri="{FF2B5EF4-FFF2-40B4-BE49-F238E27FC236}">
                    <a16:creationId xmlns:a16="http://schemas.microsoft.com/office/drawing/2014/main" id="{ECBC21F2-ACD5-1AE3-AD02-F0776436F1FC}"/>
                  </a:ext>
                </a:extLst>
              </p:cNvPr>
              <p:cNvSpPr/>
              <p:nvPr/>
            </p:nvSpPr>
            <p:spPr>
              <a:xfrm>
                <a:off x="3584150" y="2093500"/>
                <a:ext cx="84700" cy="322825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12913" extrusionOk="0">
                    <a:moveTo>
                      <a:pt x="563" y="0"/>
                    </a:moveTo>
                    <a:cubicBezTo>
                      <a:pt x="253" y="0"/>
                      <a:pt x="0" y="253"/>
                      <a:pt x="0" y="566"/>
                    </a:cubicBezTo>
                    <a:lnTo>
                      <a:pt x="0" y="12346"/>
                    </a:lnTo>
                    <a:cubicBezTo>
                      <a:pt x="0" y="12660"/>
                      <a:pt x="253" y="12913"/>
                      <a:pt x="563" y="12913"/>
                    </a:cubicBezTo>
                    <a:lnTo>
                      <a:pt x="2822" y="12913"/>
                    </a:lnTo>
                    <a:cubicBezTo>
                      <a:pt x="3135" y="12913"/>
                      <a:pt x="3388" y="12660"/>
                      <a:pt x="3388" y="12346"/>
                    </a:cubicBezTo>
                    <a:lnTo>
                      <a:pt x="3388" y="566"/>
                    </a:lnTo>
                    <a:cubicBezTo>
                      <a:pt x="3388" y="253"/>
                      <a:pt x="3135" y="0"/>
                      <a:pt x="2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39" name="Google Shape;726;p45">
              <a:extLst>
                <a:ext uri="{FF2B5EF4-FFF2-40B4-BE49-F238E27FC236}">
                  <a16:creationId xmlns:a16="http://schemas.microsoft.com/office/drawing/2014/main" id="{FEBCBC00-7C97-8B11-FB45-0036E02FCE71}"/>
                </a:ext>
              </a:extLst>
            </p:cNvPr>
            <p:cNvSpPr/>
            <p:nvPr/>
          </p:nvSpPr>
          <p:spPr>
            <a:xfrm>
              <a:off x="7040399" y="3082527"/>
              <a:ext cx="563400" cy="77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27;p45">
              <a:extLst>
                <a:ext uri="{FF2B5EF4-FFF2-40B4-BE49-F238E27FC236}">
                  <a16:creationId xmlns:a16="http://schemas.microsoft.com/office/drawing/2014/main" id="{6EC05FBD-E3EF-4D4B-B6C5-F583391AFC26}"/>
                </a:ext>
              </a:extLst>
            </p:cNvPr>
            <p:cNvSpPr/>
            <p:nvPr/>
          </p:nvSpPr>
          <p:spPr>
            <a:xfrm>
              <a:off x="7040399" y="3195879"/>
              <a:ext cx="563400" cy="296100"/>
            </a:xfrm>
            <a:prstGeom prst="roundRect">
              <a:avLst>
                <a:gd name="adj" fmla="val 17271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728;p45">
            <a:extLst>
              <a:ext uri="{FF2B5EF4-FFF2-40B4-BE49-F238E27FC236}">
                <a16:creationId xmlns:a16="http://schemas.microsoft.com/office/drawing/2014/main" id="{DC1805BF-955C-66DC-85D2-090C7CFED531}"/>
              </a:ext>
            </a:extLst>
          </p:cNvPr>
          <p:cNvGrpSpPr/>
          <p:nvPr/>
        </p:nvGrpSpPr>
        <p:grpSpPr>
          <a:xfrm>
            <a:off x="7127022" y="2927041"/>
            <a:ext cx="835711" cy="835711"/>
            <a:chOff x="4818747" y="4959641"/>
            <a:chExt cx="835711" cy="835711"/>
          </a:xfrm>
        </p:grpSpPr>
        <p:grpSp>
          <p:nvGrpSpPr>
            <p:cNvPr id="50" name="Google Shape;729;p45">
              <a:extLst>
                <a:ext uri="{FF2B5EF4-FFF2-40B4-BE49-F238E27FC236}">
                  <a16:creationId xmlns:a16="http://schemas.microsoft.com/office/drawing/2014/main" id="{E3D42A6D-A958-BEA0-60ED-C46642EB82A2}"/>
                </a:ext>
              </a:extLst>
            </p:cNvPr>
            <p:cNvGrpSpPr/>
            <p:nvPr/>
          </p:nvGrpSpPr>
          <p:grpSpPr>
            <a:xfrm>
              <a:off x="4818747" y="4959641"/>
              <a:ext cx="835711" cy="835711"/>
              <a:chOff x="4818747" y="4959641"/>
              <a:chExt cx="835711" cy="835711"/>
            </a:xfrm>
          </p:grpSpPr>
          <p:sp>
            <p:nvSpPr>
              <p:cNvPr id="58" name="Google Shape;730;p45">
                <a:extLst>
                  <a:ext uri="{FF2B5EF4-FFF2-40B4-BE49-F238E27FC236}">
                    <a16:creationId xmlns:a16="http://schemas.microsoft.com/office/drawing/2014/main" id="{07F18CE7-D9C4-6A75-90EA-DFEA1D28FE53}"/>
                  </a:ext>
                </a:extLst>
              </p:cNvPr>
              <p:cNvSpPr/>
              <p:nvPr/>
            </p:nvSpPr>
            <p:spPr>
              <a:xfrm>
                <a:off x="4818747" y="4959641"/>
                <a:ext cx="835711" cy="835711"/>
              </a:xfrm>
              <a:prstGeom prst="ellipse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731;p45">
                <a:extLst>
                  <a:ext uri="{FF2B5EF4-FFF2-40B4-BE49-F238E27FC236}">
                    <a16:creationId xmlns:a16="http://schemas.microsoft.com/office/drawing/2014/main" id="{EA33AD21-8CC7-D84A-252D-0700D8C9E9A1}"/>
                  </a:ext>
                </a:extLst>
              </p:cNvPr>
              <p:cNvSpPr/>
              <p:nvPr/>
            </p:nvSpPr>
            <p:spPr>
              <a:xfrm>
                <a:off x="4919765" y="5060655"/>
                <a:ext cx="633676" cy="633676"/>
              </a:xfrm>
              <a:prstGeom prst="ellipse">
                <a:avLst/>
              </a:prstGeom>
              <a:gradFill>
                <a:gsLst>
                  <a:gs pos="0">
                    <a:schemeClr val="accent3"/>
                  </a:gs>
                  <a:gs pos="100000">
                    <a:schemeClr val="accent2"/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" name="Google Shape;732;p45">
              <a:extLst>
                <a:ext uri="{FF2B5EF4-FFF2-40B4-BE49-F238E27FC236}">
                  <a16:creationId xmlns:a16="http://schemas.microsoft.com/office/drawing/2014/main" id="{EC6DC50D-FCE2-46D1-720E-E160A08EDE74}"/>
                </a:ext>
              </a:extLst>
            </p:cNvPr>
            <p:cNvGrpSpPr/>
            <p:nvPr/>
          </p:nvGrpSpPr>
          <p:grpSpPr>
            <a:xfrm>
              <a:off x="5112076" y="5184686"/>
              <a:ext cx="249059" cy="385628"/>
              <a:chOff x="-47839250" y="3569100"/>
              <a:chExt cx="193775" cy="300100"/>
            </a:xfrm>
          </p:grpSpPr>
          <p:sp>
            <p:nvSpPr>
              <p:cNvPr id="52" name="Google Shape;733;p45">
                <a:extLst>
                  <a:ext uri="{FF2B5EF4-FFF2-40B4-BE49-F238E27FC236}">
                    <a16:creationId xmlns:a16="http://schemas.microsoft.com/office/drawing/2014/main" id="{0540B63A-D3F1-7BA9-9BC4-3954D7AD9EF8}"/>
                  </a:ext>
                </a:extLst>
              </p:cNvPr>
              <p:cNvSpPr/>
              <p:nvPr/>
            </p:nvSpPr>
            <p:spPr>
              <a:xfrm>
                <a:off x="-47786475" y="3657325"/>
                <a:ext cx="5122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048" extrusionOk="0">
                    <a:moveTo>
                      <a:pt x="1072" y="0"/>
                    </a:moveTo>
                    <a:cubicBezTo>
                      <a:pt x="473" y="0"/>
                      <a:pt x="1" y="473"/>
                      <a:pt x="1" y="1071"/>
                    </a:cubicBezTo>
                    <a:cubicBezTo>
                      <a:pt x="1" y="1544"/>
                      <a:pt x="284" y="1890"/>
                      <a:pt x="725" y="2048"/>
                    </a:cubicBezTo>
                    <a:lnTo>
                      <a:pt x="725" y="1071"/>
                    </a:lnTo>
                    <a:cubicBezTo>
                      <a:pt x="725" y="882"/>
                      <a:pt x="883" y="725"/>
                      <a:pt x="1072" y="725"/>
                    </a:cubicBezTo>
                    <a:lnTo>
                      <a:pt x="2048" y="725"/>
                    </a:lnTo>
                    <a:cubicBezTo>
                      <a:pt x="1891" y="315"/>
                      <a:pt x="1513" y="0"/>
                      <a:pt x="107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734;p45">
                <a:extLst>
                  <a:ext uri="{FF2B5EF4-FFF2-40B4-BE49-F238E27FC236}">
                    <a16:creationId xmlns:a16="http://schemas.microsoft.com/office/drawing/2014/main" id="{6004F351-EE36-9AE3-08A6-28C0F721851D}"/>
                  </a:ext>
                </a:extLst>
              </p:cNvPr>
              <p:cNvSpPr/>
              <p:nvPr/>
            </p:nvSpPr>
            <p:spPr>
              <a:xfrm>
                <a:off x="-47751025" y="3692750"/>
                <a:ext cx="15775" cy="15775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0" y="1"/>
                    </a:moveTo>
                    <a:lnTo>
                      <a:pt x="0" y="631"/>
                    </a:lnTo>
                    <a:cubicBezTo>
                      <a:pt x="315" y="536"/>
                      <a:pt x="504" y="284"/>
                      <a:pt x="63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735;p45">
                <a:extLst>
                  <a:ext uri="{FF2B5EF4-FFF2-40B4-BE49-F238E27FC236}">
                    <a16:creationId xmlns:a16="http://schemas.microsoft.com/office/drawing/2014/main" id="{8220B9AD-7953-EA0D-2761-5601C281BA8E}"/>
                  </a:ext>
                </a:extLst>
              </p:cNvPr>
              <p:cNvSpPr/>
              <p:nvPr/>
            </p:nvSpPr>
            <p:spPr>
              <a:xfrm>
                <a:off x="-47838450" y="3569100"/>
                <a:ext cx="1929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7719" h="1419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lnTo>
                      <a:pt x="0" y="1418"/>
                    </a:lnTo>
                    <a:lnTo>
                      <a:pt x="7719" y="1418"/>
                    </a:lnTo>
                    <a:lnTo>
                      <a:pt x="7719" y="347"/>
                    </a:lnTo>
                    <a:cubicBezTo>
                      <a:pt x="7719" y="158"/>
                      <a:pt x="7561" y="1"/>
                      <a:pt x="737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736;p45">
                <a:extLst>
                  <a:ext uri="{FF2B5EF4-FFF2-40B4-BE49-F238E27FC236}">
                    <a16:creationId xmlns:a16="http://schemas.microsoft.com/office/drawing/2014/main" id="{C497ECAF-9483-17F2-357B-E3A801C4EC4A}"/>
                  </a:ext>
                </a:extLst>
              </p:cNvPr>
              <p:cNvSpPr/>
              <p:nvPr/>
            </p:nvSpPr>
            <p:spPr>
              <a:xfrm>
                <a:off x="-47751025" y="3691975"/>
                <a:ext cx="53575" cy="53575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2143" extrusionOk="0">
                    <a:moveTo>
                      <a:pt x="1386" y="0"/>
                    </a:moveTo>
                    <a:cubicBezTo>
                      <a:pt x="1229" y="662"/>
                      <a:pt x="725" y="1229"/>
                      <a:pt x="0" y="1387"/>
                    </a:cubicBezTo>
                    <a:lnTo>
                      <a:pt x="0" y="2143"/>
                    </a:lnTo>
                    <a:lnTo>
                      <a:pt x="2143" y="2143"/>
                    </a:lnTo>
                    <a:lnTo>
                      <a:pt x="214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737;p45">
                <a:extLst>
                  <a:ext uri="{FF2B5EF4-FFF2-40B4-BE49-F238E27FC236}">
                    <a16:creationId xmlns:a16="http://schemas.microsoft.com/office/drawing/2014/main" id="{50E4197A-14EE-FF47-1A5B-4B8DC2EF7FB9}"/>
                  </a:ext>
                </a:extLst>
              </p:cNvPr>
              <p:cNvSpPr/>
              <p:nvPr/>
            </p:nvSpPr>
            <p:spPr>
              <a:xfrm>
                <a:off x="-47839250" y="3621875"/>
                <a:ext cx="193000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720" h="6365" extrusionOk="0">
                    <a:moveTo>
                      <a:pt x="3183" y="725"/>
                    </a:moveTo>
                    <a:cubicBezTo>
                      <a:pt x="4033" y="725"/>
                      <a:pt x="4758" y="1324"/>
                      <a:pt x="4915" y="2143"/>
                    </a:cubicBezTo>
                    <a:lnTo>
                      <a:pt x="6018" y="2143"/>
                    </a:lnTo>
                    <a:cubicBezTo>
                      <a:pt x="6207" y="2143"/>
                      <a:pt x="6365" y="2300"/>
                      <a:pt x="6365" y="2489"/>
                    </a:cubicBezTo>
                    <a:lnTo>
                      <a:pt x="6365" y="5293"/>
                    </a:lnTo>
                    <a:cubicBezTo>
                      <a:pt x="6365" y="5482"/>
                      <a:pt x="6207" y="5640"/>
                      <a:pt x="6018" y="5640"/>
                    </a:cubicBezTo>
                    <a:lnTo>
                      <a:pt x="3214" y="5640"/>
                    </a:lnTo>
                    <a:cubicBezTo>
                      <a:pt x="3025" y="5640"/>
                      <a:pt x="2868" y="5482"/>
                      <a:pt x="2868" y="5293"/>
                    </a:cubicBezTo>
                    <a:lnTo>
                      <a:pt x="2868" y="4191"/>
                    </a:lnTo>
                    <a:cubicBezTo>
                      <a:pt x="2080" y="4033"/>
                      <a:pt x="1450" y="3308"/>
                      <a:pt x="1450" y="2458"/>
                    </a:cubicBezTo>
                    <a:cubicBezTo>
                      <a:pt x="1418" y="1513"/>
                      <a:pt x="2206" y="725"/>
                      <a:pt x="3183" y="725"/>
                    </a:cubicBezTo>
                    <a:close/>
                    <a:moveTo>
                      <a:pt x="1" y="0"/>
                    </a:moveTo>
                    <a:lnTo>
                      <a:pt x="1" y="6364"/>
                    </a:lnTo>
                    <a:lnTo>
                      <a:pt x="7719" y="6364"/>
                    </a:lnTo>
                    <a:lnTo>
                      <a:pt x="77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738;p45">
                <a:extLst>
                  <a:ext uri="{FF2B5EF4-FFF2-40B4-BE49-F238E27FC236}">
                    <a16:creationId xmlns:a16="http://schemas.microsoft.com/office/drawing/2014/main" id="{DAA6F62B-3EED-8482-B2E2-8DC790F9BD99}"/>
                  </a:ext>
                </a:extLst>
              </p:cNvPr>
              <p:cNvSpPr/>
              <p:nvPr/>
            </p:nvSpPr>
            <p:spPr>
              <a:xfrm>
                <a:off x="-47839250" y="3799075"/>
                <a:ext cx="193000" cy="70125"/>
              </a:xfrm>
              <a:custGeom>
                <a:avLst/>
                <a:gdLst/>
                <a:ahLst/>
                <a:cxnLst/>
                <a:rect l="l" t="t" r="r" b="b"/>
                <a:pathLst>
                  <a:path w="7720" h="2805" extrusionOk="0">
                    <a:moveTo>
                      <a:pt x="4600" y="663"/>
                    </a:moveTo>
                    <a:cubicBezTo>
                      <a:pt x="4789" y="663"/>
                      <a:pt x="4947" y="820"/>
                      <a:pt x="4947" y="1041"/>
                    </a:cubicBezTo>
                    <a:cubicBezTo>
                      <a:pt x="4947" y="1230"/>
                      <a:pt x="4789" y="1387"/>
                      <a:pt x="4600" y="1387"/>
                    </a:cubicBezTo>
                    <a:lnTo>
                      <a:pt x="3183" y="1387"/>
                    </a:lnTo>
                    <a:cubicBezTo>
                      <a:pt x="2994" y="1387"/>
                      <a:pt x="2836" y="1230"/>
                      <a:pt x="2836" y="1041"/>
                    </a:cubicBezTo>
                    <a:cubicBezTo>
                      <a:pt x="2836" y="852"/>
                      <a:pt x="2994" y="663"/>
                      <a:pt x="3183" y="663"/>
                    </a:cubicBezTo>
                    <a:close/>
                    <a:moveTo>
                      <a:pt x="1" y="1"/>
                    </a:moveTo>
                    <a:lnTo>
                      <a:pt x="1" y="2458"/>
                    </a:lnTo>
                    <a:cubicBezTo>
                      <a:pt x="1" y="2647"/>
                      <a:pt x="158" y="2805"/>
                      <a:pt x="347" y="2805"/>
                    </a:cubicBezTo>
                    <a:lnTo>
                      <a:pt x="7341" y="2805"/>
                    </a:lnTo>
                    <a:cubicBezTo>
                      <a:pt x="7562" y="2805"/>
                      <a:pt x="7719" y="2647"/>
                      <a:pt x="7719" y="2458"/>
                    </a:cubicBezTo>
                    <a:lnTo>
                      <a:pt x="771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" name="Google Shape;739;p45">
            <a:extLst>
              <a:ext uri="{FF2B5EF4-FFF2-40B4-BE49-F238E27FC236}">
                <a16:creationId xmlns:a16="http://schemas.microsoft.com/office/drawing/2014/main" id="{FDE95B16-E4F0-3B76-FE1A-62D270B03306}"/>
              </a:ext>
            </a:extLst>
          </p:cNvPr>
          <p:cNvSpPr/>
          <p:nvPr/>
        </p:nvSpPr>
        <p:spPr>
          <a:xfrm>
            <a:off x="5622113" y="3185525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740;p45">
            <a:extLst>
              <a:ext uri="{FF2B5EF4-FFF2-40B4-BE49-F238E27FC236}">
                <a16:creationId xmlns:a16="http://schemas.microsoft.com/office/drawing/2014/main" id="{9F99E3C5-372A-23AC-2C42-0831A6139626}"/>
              </a:ext>
            </a:extLst>
          </p:cNvPr>
          <p:cNvSpPr/>
          <p:nvPr/>
        </p:nvSpPr>
        <p:spPr>
          <a:xfrm>
            <a:off x="5809013" y="3352763"/>
            <a:ext cx="151500" cy="151500"/>
          </a:xfrm>
          <a:prstGeom prst="ellipse">
            <a:avLst/>
          </a:prstGeom>
          <a:gradFill>
            <a:gsLst>
              <a:gs pos="0">
                <a:schemeClr val="dk2">
                  <a:alpha val="10000"/>
                </a:schemeClr>
              </a:gs>
              <a:gs pos="100000">
                <a:schemeClr val="lt1">
                  <a:alpha val="10000"/>
                </a:scheme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741;p45">
            <a:extLst>
              <a:ext uri="{FF2B5EF4-FFF2-40B4-BE49-F238E27FC236}">
                <a16:creationId xmlns:a16="http://schemas.microsoft.com/office/drawing/2014/main" id="{F76C2A31-BF01-4152-8ADA-F46104E75FCE}"/>
              </a:ext>
            </a:extLst>
          </p:cNvPr>
          <p:cNvSpPr/>
          <p:nvPr/>
        </p:nvSpPr>
        <p:spPr>
          <a:xfrm>
            <a:off x="6972288" y="1623850"/>
            <a:ext cx="283500" cy="2835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742;p45">
            <a:extLst>
              <a:ext uri="{FF2B5EF4-FFF2-40B4-BE49-F238E27FC236}">
                <a16:creationId xmlns:a16="http://schemas.microsoft.com/office/drawing/2014/main" id="{E5F102AE-122C-3BA3-0831-B4A180C9A7C1}"/>
              </a:ext>
            </a:extLst>
          </p:cNvPr>
          <p:cNvSpPr/>
          <p:nvPr/>
        </p:nvSpPr>
        <p:spPr>
          <a:xfrm>
            <a:off x="4894575" y="1090849"/>
            <a:ext cx="315000" cy="3150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743;p45">
            <a:extLst>
              <a:ext uri="{FF2B5EF4-FFF2-40B4-BE49-F238E27FC236}">
                <a16:creationId xmlns:a16="http://schemas.microsoft.com/office/drawing/2014/main" id="{66A18485-A1B2-EE80-8343-22DD539E7F25}"/>
              </a:ext>
            </a:extLst>
          </p:cNvPr>
          <p:cNvSpPr/>
          <p:nvPr/>
        </p:nvSpPr>
        <p:spPr>
          <a:xfrm>
            <a:off x="7589250" y="3943575"/>
            <a:ext cx="151500" cy="151500"/>
          </a:xfrm>
          <a:prstGeom prst="ellipse">
            <a:avLst/>
          </a:prstGeom>
          <a:solidFill>
            <a:srgbClr val="0388E5">
              <a:alpha val="1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4889379"/>
      </p:ext>
    </p:extLst>
  </p:cSld>
  <p:clrMapOvr>
    <a:masterClrMapping/>
  </p:clrMapOvr>
</p:sld>
</file>

<file path=ppt/theme/theme1.xml><?xml version="1.0" encoding="utf-8"?>
<a:theme xmlns:a="http://schemas.openxmlformats.org/drawingml/2006/main" name="AI Incident Automation Pitch Deck by Slidesgo">
  <a:themeElements>
    <a:clrScheme name="Simple Light">
      <a:dk1>
        <a:srgbClr val="012169"/>
      </a:dk1>
      <a:lt1>
        <a:srgbClr val="0048A7"/>
      </a:lt1>
      <a:dk2>
        <a:srgbClr val="0388E5"/>
      </a:dk2>
      <a:lt2>
        <a:srgbClr val="3ED4FD"/>
      </a:lt2>
      <a:accent1>
        <a:srgbClr val="DAF2FE"/>
      </a:accent1>
      <a:accent2>
        <a:srgbClr val="6746B9"/>
      </a:accent2>
      <a:accent3>
        <a:srgbClr val="AD8D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21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1856</Words>
  <Application>Microsoft Office PowerPoint</Application>
  <PresentationFormat>On-screen Show (16:9)</PresentationFormat>
  <Paragraphs>272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Albert Sans</vt:lpstr>
      <vt:lpstr>Bebas Neue</vt:lpstr>
      <vt:lpstr>Futura Bold</vt:lpstr>
      <vt:lpstr>Wingdings</vt:lpstr>
      <vt:lpstr>Varela Round</vt:lpstr>
      <vt:lpstr>Arial Unicode MS</vt:lpstr>
      <vt:lpstr>Arial</vt:lpstr>
      <vt:lpstr>AI Incident Automation Pitch Deck by Slidesgo</vt:lpstr>
      <vt:lpstr>Public PolicyNav (with Quantum NLP)  and Lang Chain Voice Chat System</vt:lpstr>
      <vt:lpstr>Introduction →</vt:lpstr>
      <vt:lpstr>Introduction</vt:lpstr>
      <vt:lpstr>02 AI-Powered Public Policy Navigation  using FastAPI </vt:lpstr>
      <vt:lpstr>Part-1</vt:lpstr>
      <vt:lpstr>AI Components</vt:lpstr>
      <vt:lpstr>NLP Terminologies </vt:lpstr>
      <vt:lpstr>NLP Workflow→</vt:lpstr>
      <vt:lpstr>Pickle Files </vt:lpstr>
      <vt:lpstr>PowerPoint Presentation</vt:lpstr>
      <vt:lpstr>Organizational chart</vt:lpstr>
      <vt:lpstr>Market size overview</vt:lpstr>
      <vt:lpstr>Model Loading in FastAPI </vt:lpstr>
      <vt:lpstr>PowerPoint Presentation</vt:lpstr>
      <vt:lpstr>Design</vt:lpstr>
      <vt:lpstr>Quantum Part</vt:lpstr>
      <vt:lpstr>Quantum Component Integration </vt:lpstr>
      <vt:lpstr>Workflow</vt:lpstr>
      <vt:lpstr>03. Lang Chain Voice Chat System</vt:lpstr>
      <vt:lpstr>Overview </vt:lpstr>
      <vt:lpstr>Key Features </vt:lpstr>
      <vt:lpstr>PowerPoint Presentation</vt:lpstr>
      <vt:lpstr>Conclusion :</vt:lpstr>
      <vt:lpstr>THANK-YOU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mamta sharma</cp:lastModifiedBy>
  <cp:revision>6</cp:revision>
  <dcterms:modified xsi:type="dcterms:W3CDTF">2025-11-06T17:22:46Z</dcterms:modified>
</cp:coreProperties>
</file>